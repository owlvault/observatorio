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0" r:id="rId1"/>
  </p:sldMasterIdLst>
  <p:notesMasterIdLst>
    <p:notesMasterId r:id="rId3"/>
  </p:notesMasterIdLst>
  <p:sldIdLst>
    <p:sldId id="3327" r:id="rId2"/>
  </p:sldIdLst>
  <p:sldSz cx="24377650" cy="13716000"/>
  <p:notesSz cx="6858000" cy="91440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2" pos="958" userDrawn="1">
          <p15:clr>
            <a:srgbClr val="A4A3A4"/>
          </p15:clr>
        </p15:guide>
        <p15:guide id="53" orient="horz" pos="480" userDrawn="1">
          <p15:clr>
            <a:srgbClr val="A4A3A4"/>
          </p15:clr>
        </p15:guide>
        <p15:guide id="54" orient="horz" pos="8160" userDrawn="1">
          <p15:clr>
            <a:srgbClr val="A4A3A4"/>
          </p15:clr>
        </p15:guide>
        <p15:guide id="55" pos="1439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D95BBB"/>
    <a:srgbClr val="F63D93"/>
    <a:srgbClr val="CCF6FF"/>
    <a:srgbClr val="5178B3"/>
    <a:srgbClr val="2CB3EB"/>
    <a:srgbClr val="FC0D1B"/>
    <a:srgbClr val="FA7B87"/>
    <a:srgbClr val="FB4756"/>
    <a:srgbClr val="CA252D"/>
    <a:srgbClr val="FA40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554" autoAdjust="0"/>
    <p:restoredTop sz="95439" autoAdjust="0"/>
  </p:normalViewPr>
  <p:slideViewPr>
    <p:cSldViewPr snapToGrid="0" snapToObjects="1">
      <p:cViewPr varScale="1">
        <p:scale>
          <a:sx n="28" d="100"/>
          <a:sy n="28" d="100"/>
        </p:scale>
        <p:origin x="76" y="136"/>
      </p:cViewPr>
      <p:guideLst>
        <p:guide pos="958"/>
        <p:guide orient="horz" pos="480"/>
        <p:guide orient="horz" pos="8160"/>
        <p:guide pos="14398"/>
      </p:guideLst>
    </p:cSldViewPr>
  </p:slid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NET WORTH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FA9-4DDC-9032-791A344CA748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FA9-4DDC-9032-791A344CA748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FA9-4DDC-9032-791A344CA748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FA9-4DDC-9032-791A344CA748}"/>
              </c:ext>
            </c:extLst>
          </c:dPt>
          <c:cat>
            <c:strRef>
              <c:f>Sheet1!$A$2:$A$5</c:f>
              <c:strCache>
                <c:ptCount val="4"/>
                <c:pt idx="0">
                  <c:v>AÑO 1</c:v>
                </c:pt>
                <c:pt idx="1">
                  <c:v>AÑO 2</c:v>
                </c:pt>
                <c:pt idx="2">
                  <c:v>AÑO 3</c:v>
                </c:pt>
                <c:pt idx="3">
                  <c:v>AÑO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16.7</c:v>
                </c:pt>
                <c:pt idx="1">
                  <c:v>15.5</c:v>
                </c:pt>
                <c:pt idx="2">
                  <c:v>14.8</c:v>
                </c:pt>
                <c:pt idx="3">
                  <c:v>14.6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FA9-4DDC-9032-791A344CA7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28"/>
        <c:axId val="780560352"/>
        <c:axId val="768661936"/>
      </c:barChart>
      <c:catAx>
        <c:axId val="7805603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68661936"/>
        <c:crosses val="autoZero"/>
        <c:auto val="1"/>
        <c:lblAlgn val="ctr"/>
        <c:lblOffset val="100"/>
        <c:noMultiLvlLbl val="0"/>
      </c:catAx>
      <c:valAx>
        <c:axId val="7686619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80560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NET WORTH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254-4E8B-BFAB-8F71362E4DF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254-4E8B-BFAB-8F71362E4DF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254-4E8B-BFAB-8F71362E4DF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254-4E8B-BFAB-8F71362E4DF5}"/>
              </c:ext>
            </c:extLst>
          </c:dPt>
          <c:cat>
            <c:strRef>
              <c:f>Sheet1!$A$2:$A$5</c:f>
              <c:strCache>
                <c:ptCount val="4"/>
                <c:pt idx="0">
                  <c:v>AÑO 1</c:v>
                </c:pt>
                <c:pt idx="1">
                  <c:v>AÑO 2</c:v>
                </c:pt>
                <c:pt idx="2">
                  <c:v>AÑO 3</c:v>
                </c:pt>
                <c:pt idx="3">
                  <c:v>AÑO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6900</c:v>
                </c:pt>
                <c:pt idx="1">
                  <c:v>6700</c:v>
                </c:pt>
                <c:pt idx="2">
                  <c:v>6600</c:v>
                </c:pt>
                <c:pt idx="3">
                  <c:v>6450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254-4E8B-BFAB-8F71362E4D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28"/>
        <c:axId val="780560352"/>
        <c:axId val="768661936"/>
      </c:barChart>
      <c:catAx>
        <c:axId val="7805603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68661936"/>
        <c:crosses val="autoZero"/>
        <c:auto val="1"/>
        <c:lblAlgn val="ctr"/>
        <c:lblOffset val="100"/>
        <c:noMultiLvlLbl val="0"/>
      </c:catAx>
      <c:valAx>
        <c:axId val="7686619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80560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NET WORTH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F9A-4A34-A885-B35485906359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F9A-4A34-A885-B3548590635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F9A-4A34-A885-B35485906359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F9A-4A34-A885-B35485906359}"/>
              </c:ext>
            </c:extLst>
          </c:dPt>
          <c:cat>
            <c:strRef>
              <c:f>Sheet1!$A$2:$A$5</c:f>
              <c:strCache>
                <c:ptCount val="4"/>
                <c:pt idx="0">
                  <c:v>AÑO 1</c:v>
                </c:pt>
                <c:pt idx="1">
                  <c:v>AÑO 2</c:v>
                </c:pt>
                <c:pt idx="2">
                  <c:v>AÑO 3</c:v>
                </c:pt>
                <c:pt idx="3">
                  <c:v>AÑO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13.5</c:v>
                </c:pt>
                <c:pt idx="2">
                  <c:v>12</c:v>
                </c:pt>
                <c:pt idx="3">
                  <c:v>11.5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F9A-4A34-A885-B354859063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28"/>
        <c:axId val="780560352"/>
        <c:axId val="768661936"/>
      </c:barChart>
      <c:catAx>
        <c:axId val="7805603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68661936"/>
        <c:crosses val="autoZero"/>
        <c:auto val="1"/>
        <c:lblAlgn val="ctr"/>
        <c:lblOffset val="100"/>
        <c:noMultiLvlLbl val="0"/>
      </c:catAx>
      <c:valAx>
        <c:axId val="7686619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80560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Lato Light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Lato Light" panose="020F0502020204030203" pitchFamily="34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6/24/2025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Lato Light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Lato Light" panose="020F0502020204030203" pitchFamily="34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b="0" i="0" kern="1200">
        <a:solidFill>
          <a:schemeClr val="tx1"/>
        </a:solidFill>
        <a:latin typeface="Lato Light" panose="020F0502020204030203" pitchFamily="34" charset="0"/>
        <a:ea typeface="+mn-ea"/>
        <a:cs typeface="+mn-cs"/>
      </a:defRPr>
    </a:lvl1pPr>
    <a:lvl2pPr marL="914217" algn="l" defTabSz="914217" rtl="0" eaLnBrk="1" latinLnBrk="0" hangingPunct="1">
      <a:defRPr sz="2400" b="0" i="0" kern="1200">
        <a:solidFill>
          <a:schemeClr val="tx1"/>
        </a:solidFill>
        <a:latin typeface="Lato Light" panose="020F0502020204030203" pitchFamily="34" charset="0"/>
        <a:ea typeface="+mn-ea"/>
        <a:cs typeface="+mn-cs"/>
      </a:defRPr>
    </a:lvl2pPr>
    <a:lvl3pPr marL="1828434" algn="l" defTabSz="914217" rtl="0" eaLnBrk="1" latinLnBrk="0" hangingPunct="1">
      <a:defRPr sz="2400" b="0" i="0" kern="1200">
        <a:solidFill>
          <a:schemeClr val="tx1"/>
        </a:solidFill>
        <a:latin typeface="Lato Light" panose="020F0502020204030203" pitchFamily="34" charset="0"/>
        <a:ea typeface="+mn-ea"/>
        <a:cs typeface="+mn-cs"/>
      </a:defRPr>
    </a:lvl3pPr>
    <a:lvl4pPr marL="2742651" algn="l" defTabSz="914217" rtl="0" eaLnBrk="1" latinLnBrk="0" hangingPunct="1">
      <a:defRPr sz="2400" b="0" i="0" kern="1200">
        <a:solidFill>
          <a:schemeClr val="tx1"/>
        </a:solidFill>
        <a:latin typeface="Lato Light" panose="020F0502020204030203" pitchFamily="34" charset="0"/>
        <a:ea typeface="+mn-ea"/>
        <a:cs typeface="+mn-cs"/>
      </a:defRPr>
    </a:lvl4pPr>
    <a:lvl5pPr marL="3656868" algn="l" defTabSz="914217" rtl="0" eaLnBrk="1" latinLnBrk="0" hangingPunct="1">
      <a:defRPr sz="2400" b="0" i="0" kern="1200">
        <a:solidFill>
          <a:schemeClr val="tx1"/>
        </a:solidFill>
        <a:latin typeface="Lato Light" panose="020F0502020204030203" pitchFamily="34" charset="0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8700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4" y="730251"/>
            <a:ext cx="21025723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1059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</p:sldLayoutIdLst>
  <p:hf hdr="0" ftr="0" dt="0"/>
  <p:txStyles>
    <p:titleStyle>
      <a:lvl1pPr algn="l" defTabSz="1828343" rtl="0" eaLnBrk="1" latinLnBrk="0" hangingPunct="1">
        <a:lnSpc>
          <a:spcPct val="90000"/>
        </a:lnSpc>
        <a:spcBef>
          <a:spcPct val="0"/>
        </a:spcBef>
        <a:buNone/>
        <a:defRPr sz="8798" b="1" i="0" kern="1200">
          <a:solidFill>
            <a:schemeClr val="tx2"/>
          </a:solidFill>
          <a:latin typeface="Poppins" pitchFamily="2" charset="77"/>
          <a:ea typeface="+mj-ea"/>
          <a:cs typeface="+mj-cs"/>
        </a:defRPr>
      </a:lvl1pPr>
    </p:titleStyle>
    <p:bodyStyle>
      <a:lvl1pPr marL="0" indent="0" algn="l" defTabSz="1828343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None/>
        <a:defRPr sz="5599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1pPr>
      <a:lvl2pPr marL="914171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4799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2pPr>
      <a:lvl3pPr marL="1828343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999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3pPr>
      <a:lvl4pPr marL="2742514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599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4pPr>
      <a:lvl5pPr marL="3656685" indent="0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3599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5pPr>
      <a:lvl6pPr marL="5027943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942114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856286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770457" indent="-457086" algn="l" defTabSz="182834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43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14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686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4570857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485028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399200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313371" algn="l" defTabSz="1828343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3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F04E9-CB65-C451-CB4C-663C67038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upo 31">
            <a:extLst>
              <a:ext uri="{FF2B5EF4-FFF2-40B4-BE49-F238E27FC236}">
                <a16:creationId xmlns:a16="http://schemas.microsoft.com/office/drawing/2014/main" id="{D3CDCB66-C52F-9085-E7C7-923B116FF3C5}"/>
              </a:ext>
            </a:extLst>
          </p:cNvPr>
          <p:cNvGrpSpPr/>
          <p:nvPr/>
        </p:nvGrpSpPr>
        <p:grpSpPr>
          <a:xfrm>
            <a:off x="16696606" y="2023127"/>
            <a:ext cx="7078128" cy="1956166"/>
            <a:chOff x="1520825" y="762000"/>
            <a:chExt cx="6858000" cy="2032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01118C2-9A96-FE05-F4F3-14509FB94E3C}"/>
                </a:ext>
              </a:extLst>
            </p:cNvPr>
            <p:cNvSpPr/>
            <p:nvPr/>
          </p:nvSpPr>
          <p:spPr>
            <a:xfrm>
              <a:off x="1520825" y="762000"/>
              <a:ext cx="6858000" cy="203200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 Light" panose="020F0502020204030203" pitchFamily="34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9CD72F0-A3BC-EE59-1904-3290C3EA39DC}"/>
                </a:ext>
              </a:extLst>
            </p:cNvPr>
            <p:cNvSpPr/>
            <p:nvPr/>
          </p:nvSpPr>
          <p:spPr>
            <a:xfrm>
              <a:off x="1892300" y="1130300"/>
              <a:ext cx="1295400" cy="1295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 Light" panose="020F0502020204030203" pitchFamily="34" charset="0"/>
              </a:endParaRPr>
            </a:p>
          </p:txBody>
        </p:sp>
        <p:sp>
          <p:nvSpPr>
            <p:cNvPr id="13" name="Freeform 999">
              <a:extLst>
                <a:ext uri="{FF2B5EF4-FFF2-40B4-BE49-F238E27FC236}">
                  <a16:creationId xmlns:a16="http://schemas.microsoft.com/office/drawing/2014/main" id="{3C8C1C49-E6B0-6B87-3792-8DD4A2F8095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81453" y="1431020"/>
              <a:ext cx="717094" cy="717094"/>
            </a:xfrm>
            <a:custGeom>
              <a:avLst/>
              <a:gdLst>
                <a:gd name="T0" fmla="*/ 309016 w 289849"/>
                <a:gd name="T1" fmla="*/ 822812 h 290152"/>
                <a:gd name="T2" fmla="*/ 436972 w 289849"/>
                <a:gd name="T3" fmla="*/ 645296 h 290152"/>
                <a:gd name="T4" fmla="*/ 505772 w 289849"/>
                <a:gd name="T5" fmla="*/ 645296 h 290152"/>
                <a:gd name="T6" fmla="*/ 828071 w 289849"/>
                <a:gd name="T7" fmla="*/ 528952 h 290152"/>
                <a:gd name="T8" fmla="*/ 931875 w 289849"/>
                <a:gd name="T9" fmla="*/ 536147 h 290152"/>
                <a:gd name="T10" fmla="*/ 551647 w 289849"/>
                <a:gd name="T11" fmla="*/ 491767 h 290152"/>
                <a:gd name="T12" fmla="*/ 347643 w 289849"/>
                <a:gd name="T13" fmla="*/ 548137 h 290152"/>
                <a:gd name="T14" fmla="*/ 142436 w 289849"/>
                <a:gd name="T15" fmla="*/ 636901 h 290152"/>
                <a:gd name="T16" fmla="*/ 211239 w 289849"/>
                <a:gd name="T17" fmla="*/ 728058 h 290152"/>
                <a:gd name="T18" fmla="*/ 339195 w 289849"/>
                <a:gd name="T19" fmla="*/ 728058 h 290152"/>
                <a:gd name="T20" fmla="*/ 408000 w 289849"/>
                <a:gd name="T21" fmla="*/ 629702 h 290152"/>
                <a:gd name="T22" fmla="*/ 534743 w 289849"/>
                <a:gd name="T23" fmla="*/ 629702 h 290152"/>
                <a:gd name="T24" fmla="*/ 603547 w 289849"/>
                <a:gd name="T25" fmla="*/ 540950 h 290152"/>
                <a:gd name="T26" fmla="*/ 633728 w 289849"/>
                <a:gd name="T27" fmla="*/ 822812 h 290152"/>
                <a:gd name="T28" fmla="*/ 599926 w 289849"/>
                <a:gd name="T29" fmla="*/ 436594 h 290152"/>
                <a:gd name="T30" fmla="*/ 461676 w 289849"/>
                <a:gd name="T31" fmla="*/ 352871 h 290152"/>
                <a:gd name="T32" fmla="*/ 207497 w 289849"/>
                <a:gd name="T33" fmla="*/ 352871 h 290152"/>
                <a:gd name="T34" fmla="*/ 764904 w 289849"/>
                <a:gd name="T35" fmla="*/ 336518 h 290152"/>
                <a:gd name="T36" fmla="*/ 679847 w 289849"/>
                <a:gd name="T37" fmla="*/ 420874 h 290152"/>
                <a:gd name="T38" fmla="*/ 747195 w 289849"/>
                <a:gd name="T39" fmla="*/ 279468 h 290152"/>
                <a:gd name="T40" fmla="*/ 870318 w 289849"/>
                <a:gd name="T41" fmla="*/ 401810 h 290152"/>
                <a:gd name="T42" fmla="*/ 548079 w 289849"/>
                <a:gd name="T43" fmla="*/ 242701 h 290152"/>
                <a:gd name="T44" fmla="*/ 414917 w 289849"/>
                <a:gd name="T45" fmla="*/ 273094 h 290152"/>
                <a:gd name="T46" fmla="*/ 223195 w 289849"/>
                <a:gd name="T47" fmla="*/ 242701 h 290152"/>
                <a:gd name="T48" fmla="*/ 334249 w 289849"/>
                <a:gd name="T49" fmla="*/ 273094 h 290152"/>
                <a:gd name="T50" fmla="*/ 223195 w 289849"/>
                <a:gd name="T51" fmla="*/ 242701 h 290152"/>
                <a:gd name="T52" fmla="*/ 940331 w 289849"/>
                <a:gd name="T53" fmla="*/ 125935 h 290152"/>
                <a:gd name="T54" fmla="*/ 142436 w 289849"/>
                <a:gd name="T55" fmla="*/ 29981 h 290152"/>
                <a:gd name="T56" fmla="*/ 814791 w 289849"/>
                <a:gd name="T57" fmla="*/ 935558 h 290152"/>
                <a:gd name="T58" fmla="*/ 747195 w 289849"/>
                <a:gd name="T59" fmla="*/ 552942 h 290152"/>
                <a:gd name="T60" fmla="*/ 715810 w 289849"/>
                <a:gd name="T61" fmla="*/ 852796 h 290152"/>
                <a:gd name="T62" fmla="*/ 113468 w 289849"/>
                <a:gd name="T63" fmla="*/ 253080 h 290152"/>
                <a:gd name="T64" fmla="*/ 142436 w 289849"/>
                <a:gd name="T65" fmla="*/ 596117 h 290152"/>
                <a:gd name="T66" fmla="*/ 334367 w 289849"/>
                <a:gd name="T67" fmla="*/ 520556 h 290152"/>
                <a:gd name="T68" fmla="*/ 535951 w 289849"/>
                <a:gd name="T69" fmla="*/ 465379 h 290152"/>
                <a:gd name="T70" fmla="*/ 814791 w 289849"/>
                <a:gd name="T71" fmla="*/ 266271 h 290152"/>
                <a:gd name="T72" fmla="*/ 254696 w 289849"/>
                <a:gd name="T73" fmla="*/ 141528 h 290152"/>
                <a:gd name="T74" fmla="*/ 829278 w 289849"/>
                <a:gd name="T75" fmla="*/ 0 h 290152"/>
                <a:gd name="T76" fmla="*/ 843763 w 289849"/>
                <a:gd name="T77" fmla="*/ 155929 h 290152"/>
                <a:gd name="T78" fmla="*/ 889627 w 289849"/>
                <a:gd name="T79" fmla="*/ 453387 h 290152"/>
                <a:gd name="T80" fmla="*/ 907737 w 289849"/>
                <a:gd name="T81" fmla="*/ 623706 h 290152"/>
                <a:gd name="T82" fmla="*/ 843763 w 289849"/>
                <a:gd name="T83" fmla="*/ 951152 h 290152"/>
                <a:gd name="T84" fmla="*/ 0 w 289849"/>
                <a:gd name="T85" fmla="*/ 951152 h 29015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289849" h="290152">
                  <a:moveTo>
                    <a:pt x="71674" y="223388"/>
                  </a:moveTo>
                  <a:lnTo>
                    <a:pt x="71674" y="247568"/>
                  </a:lnTo>
                  <a:lnTo>
                    <a:pt x="92204" y="247568"/>
                  </a:lnTo>
                  <a:lnTo>
                    <a:pt x="92204" y="223388"/>
                  </a:lnTo>
                  <a:lnTo>
                    <a:pt x="71674" y="223388"/>
                  </a:lnTo>
                  <a:close/>
                  <a:moveTo>
                    <a:pt x="130383" y="194157"/>
                  </a:moveTo>
                  <a:lnTo>
                    <a:pt x="130383" y="247568"/>
                  </a:lnTo>
                  <a:lnTo>
                    <a:pt x="150912" y="247568"/>
                  </a:lnTo>
                  <a:lnTo>
                    <a:pt x="150912" y="194157"/>
                  </a:lnTo>
                  <a:lnTo>
                    <a:pt x="130383" y="194157"/>
                  </a:lnTo>
                  <a:close/>
                  <a:moveTo>
                    <a:pt x="261485" y="144715"/>
                  </a:moveTo>
                  <a:cubicBezTo>
                    <a:pt x="257884" y="150850"/>
                    <a:pt x="252841" y="155542"/>
                    <a:pt x="247079" y="159151"/>
                  </a:cubicBezTo>
                  <a:lnTo>
                    <a:pt x="263647" y="175752"/>
                  </a:lnTo>
                  <a:cubicBezTo>
                    <a:pt x="267608" y="179721"/>
                    <a:pt x="274092" y="179721"/>
                    <a:pt x="278053" y="175752"/>
                  </a:cubicBezTo>
                  <a:cubicBezTo>
                    <a:pt x="282015" y="171782"/>
                    <a:pt x="282015" y="165286"/>
                    <a:pt x="278053" y="161316"/>
                  </a:cubicBezTo>
                  <a:lnTo>
                    <a:pt x="261485" y="144715"/>
                  </a:lnTo>
                  <a:close/>
                  <a:moveTo>
                    <a:pt x="179006" y="131363"/>
                  </a:moveTo>
                  <a:lnTo>
                    <a:pt x="164599" y="147963"/>
                  </a:lnTo>
                  <a:cubicBezTo>
                    <a:pt x="163158" y="149407"/>
                    <a:pt x="160997" y="150129"/>
                    <a:pt x="159557" y="149407"/>
                  </a:cubicBezTo>
                  <a:lnTo>
                    <a:pt x="131463" y="137498"/>
                  </a:lnTo>
                  <a:lnTo>
                    <a:pt x="103730" y="164925"/>
                  </a:lnTo>
                  <a:cubicBezTo>
                    <a:pt x="102289" y="166369"/>
                    <a:pt x="100128" y="166729"/>
                    <a:pt x="98687" y="165647"/>
                  </a:cubicBezTo>
                  <a:lnTo>
                    <a:pt x="79238" y="155181"/>
                  </a:lnTo>
                  <a:lnTo>
                    <a:pt x="42500" y="191631"/>
                  </a:lnTo>
                  <a:lnTo>
                    <a:pt x="42500" y="247568"/>
                  </a:lnTo>
                  <a:lnTo>
                    <a:pt x="63030" y="247568"/>
                  </a:lnTo>
                  <a:lnTo>
                    <a:pt x="63030" y="219058"/>
                  </a:lnTo>
                  <a:cubicBezTo>
                    <a:pt x="63030" y="216532"/>
                    <a:pt x="65191" y="214727"/>
                    <a:pt x="67713" y="214727"/>
                  </a:cubicBezTo>
                  <a:lnTo>
                    <a:pt x="96887" y="214727"/>
                  </a:lnTo>
                  <a:cubicBezTo>
                    <a:pt x="99048" y="214727"/>
                    <a:pt x="101209" y="216532"/>
                    <a:pt x="101209" y="219058"/>
                  </a:cubicBezTo>
                  <a:lnTo>
                    <a:pt x="101209" y="247568"/>
                  </a:lnTo>
                  <a:lnTo>
                    <a:pt x="121738" y="247568"/>
                  </a:lnTo>
                  <a:lnTo>
                    <a:pt x="121738" y="189465"/>
                  </a:lnTo>
                  <a:cubicBezTo>
                    <a:pt x="121738" y="187300"/>
                    <a:pt x="123539" y="185495"/>
                    <a:pt x="126061" y="185495"/>
                  </a:cubicBezTo>
                  <a:lnTo>
                    <a:pt x="155235" y="185495"/>
                  </a:lnTo>
                  <a:cubicBezTo>
                    <a:pt x="157756" y="185495"/>
                    <a:pt x="159557" y="187300"/>
                    <a:pt x="159557" y="189465"/>
                  </a:cubicBezTo>
                  <a:lnTo>
                    <a:pt x="159557" y="247568"/>
                  </a:lnTo>
                  <a:lnTo>
                    <a:pt x="180086" y="247568"/>
                  </a:lnTo>
                  <a:lnTo>
                    <a:pt x="180086" y="162760"/>
                  </a:lnTo>
                  <a:cubicBezTo>
                    <a:pt x="180086" y="160594"/>
                    <a:pt x="182247" y="158790"/>
                    <a:pt x="184409" y="158790"/>
                  </a:cubicBezTo>
                  <a:cubicBezTo>
                    <a:pt x="186930" y="158790"/>
                    <a:pt x="189091" y="160594"/>
                    <a:pt x="189091" y="162760"/>
                  </a:cubicBezTo>
                  <a:lnTo>
                    <a:pt x="189091" y="247568"/>
                  </a:lnTo>
                  <a:lnTo>
                    <a:pt x="209260" y="247568"/>
                  </a:lnTo>
                  <a:lnTo>
                    <a:pt x="209260" y="164203"/>
                  </a:lnTo>
                  <a:cubicBezTo>
                    <a:pt x="194493" y="159151"/>
                    <a:pt x="182608" y="146881"/>
                    <a:pt x="179006" y="131363"/>
                  </a:cubicBezTo>
                  <a:close/>
                  <a:moveTo>
                    <a:pt x="66586" y="101600"/>
                  </a:moveTo>
                  <a:lnTo>
                    <a:pt x="133440" y="101600"/>
                  </a:lnTo>
                  <a:cubicBezTo>
                    <a:pt x="135597" y="101600"/>
                    <a:pt x="137754" y="103505"/>
                    <a:pt x="137754" y="106172"/>
                  </a:cubicBezTo>
                  <a:cubicBezTo>
                    <a:pt x="137754" y="108458"/>
                    <a:pt x="135597" y="110744"/>
                    <a:pt x="133440" y="110744"/>
                  </a:cubicBezTo>
                  <a:lnTo>
                    <a:pt x="66586" y="110744"/>
                  </a:lnTo>
                  <a:cubicBezTo>
                    <a:pt x="64070" y="110744"/>
                    <a:pt x="61913" y="108458"/>
                    <a:pt x="61913" y="106172"/>
                  </a:cubicBezTo>
                  <a:cubicBezTo>
                    <a:pt x="61913" y="103505"/>
                    <a:pt x="64070" y="101600"/>
                    <a:pt x="66586" y="101600"/>
                  </a:cubicBezTo>
                  <a:close/>
                  <a:moveTo>
                    <a:pt x="223451" y="96838"/>
                  </a:moveTo>
                  <a:cubicBezTo>
                    <a:pt x="226025" y="96838"/>
                    <a:pt x="228232" y="99045"/>
                    <a:pt x="228232" y="101252"/>
                  </a:cubicBezTo>
                  <a:cubicBezTo>
                    <a:pt x="228232" y="103827"/>
                    <a:pt x="226025" y="106034"/>
                    <a:pt x="223451" y="106034"/>
                  </a:cubicBezTo>
                  <a:cubicBezTo>
                    <a:pt x="214623" y="106034"/>
                    <a:pt x="207266" y="113023"/>
                    <a:pt x="207266" y="122218"/>
                  </a:cubicBezTo>
                  <a:cubicBezTo>
                    <a:pt x="207266" y="124793"/>
                    <a:pt x="205427" y="126632"/>
                    <a:pt x="202852" y="126632"/>
                  </a:cubicBezTo>
                  <a:cubicBezTo>
                    <a:pt x="200277" y="126632"/>
                    <a:pt x="198438" y="124793"/>
                    <a:pt x="198438" y="122218"/>
                  </a:cubicBezTo>
                  <a:cubicBezTo>
                    <a:pt x="198438" y="108241"/>
                    <a:pt x="209841" y="96838"/>
                    <a:pt x="223451" y="96838"/>
                  </a:cubicBezTo>
                  <a:close/>
                  <a:moveTo>
                    <a:pt x="222947" y="84086"/>
                  </a:moveTo>
                  <a:cubicBezTo>
                    <a:pt x="203137" y="84086"/>
                    <a:pt x="186570" y="100687"/>
                    <a:pt x="186570" y="120897"/>
                  </a:cubicBezTo>
                  <a:cubicBezTo>
                    <a:pt x="186570" y="141107"/>
                    <a:pt x="203137" y="157707"/>
                    <a:pt x="222947" y="157707"/>
                  </a:cubicBezTo>
                  <a:cubicBezTo>
                    <a:pt x="243477" y="157707"/>
                    <a:pt x="259685" y="141107"/>
                    <a:pt x="259685" y="120897"/>
                  </a:cubicBezTo>
                  <a:cubicBezTo>
                    <a:pt x="259685" y="100687"/>
                    <a:pt x="243477" y="84086"/>
                    <a:pt x="222947" y="84086"/>
                  </a:cubicBezTo>
                  <a:close/>
                  <a:moveTo>
                    <a:pt x="123802" y="73025"/>
                  </a:moveTo>
                  <a:lnTo>
                    <a:pt x="163536" y="73025"/>
                  </a:lnTo>
                  <a:cubicBezTo>
                    <a:pt x="166088" y="73025"/>
                    <a:pt x="167911" y="75311"/>
                    <a:pt x="167911" y="77597"/>
                  </a:cubicBezTo>
                  <a:cubicBezTo>
                    <a:pt x="167911" y="80264"/>
                    <a:pt x="166088" y="82169"/>
                    <a:pt x="163536" y="82169"/>
                  </a:cubicBezTo>
                  <a:lnTo>
                    <a:pt x="123802" y="82169"/>
                  </a:lnTo>
                  <a:cubicBezTo>
                    <a:pt x="121250" y="82169"/>
                    <a:pt x="119063" y="80264"/>
                    <a:pt x="119063" y="77597"/>
                  </a:cubicBezTo>
                  <a:cubicBezTo>
                    <a:pt x="119063" y="75311"/>
                    <a:pt x="121250" y="73025"/>
                    <a:pt x="123802" y="73025"/>
                  </a:cubicBezTo>
                  <a:close/>
                  <a:moveTo>
                    <a:pt x="66596" y="73025"/>
                  </a:moveTo>
                  <a:lnTo>
                    <a:pt x="99733" y="73025"/>
                  </a:lnTo>
                  <a:cubicBezTo>
                    <a:pt x="102614" y="73025"/>
                    <a:pt x="104415" y="75311"/>
                    <a:pt x="104415" y="77597"/>
                  </a:cubicBezTo>
                  <a:cubicBezTo>
                    <a:pt x="104415" y="80264"/>
                    <a:pt x="102614" y="82169"/>
                    <a:pt x="99733" y="82169"/>
                  </a:cubicBezTo>
                  <a:lnTo>
                    <a:pt x="66596" y="82169"/>
                  </a:lnTo>
                  <a:cubicBezTo>
                    <a:pt x="64074" y="82169"/>
                    <a:pt x="61913" y="80264"/>
                    <a:pt x="61913" y="77597"/>
                  </a:cubicBezTo>
                  <a:cubicBezTo>
                    <a:pt x="61913" y="75311"/>
                    <a:pt x="64074" y="73025"/>
                    <a:pt x="66596" y="73025"/>
                  </a:cubicBezTo>
                  <a:close/>
                  <a:moveTo>
                    <a:pt x="68073" y="9022"/>
                  </a:moveTo>
                  <a:cubicBezTo>
                    <a:pt x="77077" y="15879"/>
                    <a:pt x="83200" y="25984"/>
                    <a:pt x="84641" y="37893"/>
                  </a:cubicBezTo>
                  <a:lnTo>
                    <a:pt x="280575" y="37893"/>
                  </a:lnTo>
                  <a:cubicBezTo>
                    <a:pt x="278414" y="21653"/>
                    <a:pt x="264367" y="9022"/>
                    <a:pt x="247439" y="9022"/>
                  </a:cubicBezTo>
                  <a:lnTo>
                    <a:pt x="68073" y="9022"/>
                  </a:lnTo>
                  <a:close/>
                  <a:moveTo>
                    <a:pt x="42500" y="9022"/>
                  </a:moveTo>
                  <a:cubicBezTo>
                    <a:pt x="24131" y="9022"/>
                    <a:pt x="9004" y="24179"/>
                    <a:pt x="9004" y="42584"/>
                  </a:cubicBezTo>
                  <a:lnTo>
                    <a:pt x="9004" y="281491"/>
                  </a:lnTo>
                  <a:lnTo>
                    <a:pt x="243117" y="281491"/>
                  </a:lnTo>
                  <a:lnTo>
                    <a:pt x="243117" y="167812"/>
                  </a:lnTo>
                  <a:lnTo>
                    <a:pt x="238795" y="163481"/>
                  </a:lnTo>
                  <a:cubicBezTo>
                    <a:pt x="233752" y="165286"/>
                    <a:pt x="228710" y="166369"/>
                    <a:pt x="222947" y="166369"/>
                  </a:cubicBezTo>
                  <a:cubicBezTo>
                    <a:pt x="221506" y="166369"/>
                    <a:pt x="220066" y="166369"/>
                    <a:pt x="218265" y="166008"/>
                  </a:cubicBezTo>
                  <a:lnTo>
                    <a:pt x="218265" y="252259"/>
                  </a:lnTo>
                  <a:cubicBezTo>
                    <a:pt x="218265" y="254786"/>
                    <a:pt x="216464" y="256590"/>
                    <a:pt x="213583" y="256590"/>
                  </a:cubicBezTo>
                  <a:lnTo>
                    <a:pt x="38178" y="256590"/>
                  </a:lnTo>
                  <a:cubicBezTo>
                    <a:pt x="36017" y="256590"/>
                    <a:pt x="33856" y="254786"/>
                    <a:pt x="33856" y="252259"/>
                  </a:cubicBezTo>
                  <a:lnTo>
                    <a:pt x="33856" y="76147"/>
                  </a:lnTo>
                  <a:cubicBezTo>
                    <a:pt x="33856" y="73981"/>
                    <a:pt x="36017" y="71816"/>
                    <a:pt x="38178" y="71816"/>
                  </a:cubicBezTo>
                  <a:cubicBezTo>
                    <a:pt x="40699" y="71816"/>
                    <a:pt x="42500" y="73981"/>
                    <a:pt x="42500" y="76147"/>
                  </a:cubicBezTo>
                  <a:lnTo>
                    <a:pt x="42500" y="179360"/>
                  </a:lnTo>
                  <a:lnTo>
                    <a:pt x="75276" y="146881"/>
                  </a:lnTo>
                  <a:cubicBezTo>
                    <a:pt x="77077" y="145437"/>
                    <a:pt x="78878" y="145076"/>
                    <a:pt x="80679" y="145798"/>
                  </a:cubicBezTo>
                  <a:lnTo>
                    <a:pt x="99768" y="156625"/>
                  </a:lnTo>
                  <a:lnTo>
                    <a:pt x="127141" y="128836"/>
                  </a:lnTo>
                  <a:cubicBezTo>
                    <a:pt x="128222" y="127754"/>
                    <a:pt x="130022" y="127393"/>
                    <a:pt x="131823" y="128115"/>
                  </a:cubicBezTo>
                  <a:lnTo>
                    <a:pt x="159917" y="140024"/>
                  </a:lnTo>
                  <a:lnTo>
                    <a:pt x="177925" y="119093"/>
                  </a:lnTo>
                  <a:cubicBezTo>
                    <a:pt x="179006" y="94913"/>
                    <a:pt x="198815" y="75425"/>
                    <a:pt x="222947" y="75425"/>
                  </a:cubicBezTo>
                  <a:cubicBezTo>
                    <a:pt x="230150" y="75425"/>
                    <a:pt x="236994" y="77229"/>
                    <a:pt x="243117" y="80116"/>
                  </a:cubicBezTo>
                  <a:lnTo>
                    <a:pt x="243117" y="46915"/>
                  </a:lnTo>
                  <a:lnTo>
                    <a:pt x="80319" y="46915"/>
                  </a:lnTo>
                  <a:cubicBezTo>
                    <a:pt x="77797" y="46915"/>
                    <a:pt x="75997" y="44750"/>
                    <a:pt x="75997" y="42584"/>
                  </a:cubicBezTo>
                  <a:cubicBezTo>
                    <a:pt x="75997" y="24179"/>
                    <a:pt x="60869" y="9022"/>
                    <a:pt x="42500" y="9022"/>
                  </a:cubicBezTo>
                  <a:close/>
                  <a:moveTo>
                    <a:pt x="42500" y="0"/>
                  </a:moveTo>
                  <a:lnTo>
                    <a:pt x="247439" y="0"/>
                  </a:lnTo>
                  <a:cubicBezTo>
                    <a:pt x="270850" y="0"/>
                    <a:pt x="289579" y="19127"/>
                    <a:pt x="289579" y="42584"/>
                  </a:cubicBezTo>
                  <a:cubicBezTo>
                    <a:pt x="289579" y="44750"/>
                    <a:pt x="287778" y="46915"/>
                    <a:pt x="285257" y="46915"/>
                  </a:cubicBezTo>
                  <a:lnTo>
                    <a:pt x="251761" y="46915"/>
                  </a:lnTo>
                  <a:lnTo>
                    <a:pt x="251761" y="85891"/>
                  </a:lnTo>
                  <a:cubicBezTo>
                    <a:pt x="261846" y="94191"/>
                    <a:pt x="268689" y="106822"/>
                    <a:pt x="268689" y="120897"/>
                  </a:cubicBezTo>
                  <a:cubicBezTo>
                    <a:pt x="268689" y="126310"/>
                    <a:pt x="267608" y="131724"/>
                    <a:pt x="265447" y="136415"/>
                  </a:cubicBezTo>
                  <a:lnTo>
                    <a:pt x="284176" y="155181"/>
                  </a:lnTo>
                  <a:cubicBezTo>
                    <a:pt x="291740" y="162399"/>
                    <a:pt x="291740" y="174669"/>
                    <a:pt x="284176" y="181887"/>
                  </a:cubicBezTo>
                  <a:cubicBezTo>
                    <a:pt x="280575" y="185856"/>
                    <a:pt x="275532" y="187661"/>
                    <a:pt x="270850" y="187661"/>
                  </a:cubicBezTo>
                  <a:cubicBezTo>
                    <a:pt x="265808" y="187661"/>
                    <a:pt x="260765" y="185856"/>
                    <a:pt x="257163" y="181887"/>
                  </a:cubicBezTo>
                  <a:lnTo>
                    <a:pt x="251761" y="176473"/>
                  </a:lnTo>
                  <a:lnTo>
                    <a:pt x="251761" y="286183"/>
                  </a:lnTo>
                  <a:cubicBezTo>
                    <a:pt x="251761" y="288348"/>
                    <a:pt x="249960" y="290152"/>
                    <a:pt x="247439" y="290152"/>
                  </a:cubicBezTo>
                  <a:lnTo>
                    <a:pt x="4682" y="290152"/>
                  </a:lnTo>
                  <a:cubicBezTo>
                    <a:pt x="2161" y="290152"/>
                    <a:pt x="0" y="288348"/>
                    <a:pt x="0" y="286183"/>
                  </a:cubicBezTo>
                  <a:lnTo>
                    <a:pt x="0" y="42584"/>
                  </a:lnTo>
                  <a:cubicBezTo>
                    <a:pt x="0" y="19127"/>
                    <a:pt x="19089" y="0"/>
                    <a:pt x="4250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endParaRPr lang="en-US" dirty="0">
                <a:latin typeface="Lato Light" panose="020F0502020204030203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2034AFC-668F-BEDC-10EC-5B9485AD7FD3}"/>
                </a:ext>
              </a:extLst>
            </p:cNvPr>
            <p:cNvSpPr txBox="1"/>
            <p:nvPr/>
          </p:nvSpPr>
          <p:spPr>
            <a:xfrm>
              <a:off x="3354271" y="1130300"/>
              <a:ext cx="4251485" cy="461665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2400" b="1" dirty="0">
                  <a:solidFill>
                    <a:schemeClr val="tx2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CALIDAD DEL AGUA (IRCA)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5C40D7-F057-5B2E-7F75-A2A0949FF87A}"/>
                </a:ext>
              </a:extLst>
            </p:cNvPr>
            <p:cNvSpPr txBox="1"/>
            <p:nvPr/>
          </p:nvSpPr>
          <p:spPr>
            <a:xfrm>
              <a:off x="4508904" y="1572278"/>
              <a:ext cx="1277914" cy="1055037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6000" b="1" dirty="0">
                  <a:solidFill>
                    <a:schemeClr val="accent1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7.3</a:t>
              </a:r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C6102D15-28F8-107F-235A-F9E98F04DE38}"/>
              </a:ext>
            </a:extLst>
          </p:cNvPr>
          <p:cNvGrpSpPr/>
          <p:nvPr/>
        </p:nvGrpSpPr>
        <p:grpSpPr>
          <a:xfrm>
            <a:off x="10104990" y="2071695"/>
            <a:ext cx="6206970" cy="1845628"/>
            <a:chOff x="8759825" y="762000"/>
            <a:chExt cx="6858000" cy="2032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9B21FD7-3C8A-7F97-D888-689826B6AA35}"/>
                </a:ext>
              </a:extLst>
            </p:cNvPr>
            <p:cNvSpPr/>
            <p:nvPr/>
          </p:nvSpPr>
          <p:spPr>
            <a:xfrm>
              <a:off x="8759825" y="762000"/>
              <a:ext cx="6858000" cy="203200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 Light" panose="020F0502020204030203" pitchFamily="34" charset="0"/>
              </a:endParaRPr>
            </a:p>
          </p:txBody>
        </p:sp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318F1E54-FF63-1B02-229F-77124B9457E2}"/>
                </a:ext>
              </a:extLst>
            </p:cNvPr>
            <p:cNvGrpSpPr/>
            <p:nvPr/>
          </p:nvGrpSpPr>
          <p:grpSpPr>
            <a:xfrm>
              <a:off x="9134928" y="1130300"/>
              <a:ext cx="5990775" cy="1528610"/>
              <a:chOff x="9134928" y="1130300"/>
              <a:chExt cx="5990775" cy="152861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32F0517-C68B-F155-BD7C-5D3E3F3E1E82}"/>
                  </a:ext>
                </a:extLst>
              </p:cNvPr>
              <p:cNvSpPr/>
              <p:nvPr/>
            </p:nvSpPr>
            <p:spPr>
              <a:xfrm>
                <a:off x="9134928" y="1130300"/>
                <a:ext cx="1295400" cy="129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Lato Light" panose="020F0502020204030203" pitchFamily="34" charset="0"/>
                </a:endParaRPr>
              </a:p>
            </p:txBody>
          </p:sp>
          <p:sp>
            <p:nvSpPr>
              <p:cNvPr id="14" name="Freeform 1000">
                <a:extLst>
                  <a:ext uri="{FF2B5EF4-FFF2-40B4-BE49-F238E27FC236}">
                    <a16:creationId xmlns:a16="http://schemas.microsoft.com/office/drawing/2014/main" id="{7EDE8E97-1F18-86FE-2BA4-A4CD7E5351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424081" y="1421612"/>
                <a:ext cx="717094" cy="712776"/>
              </a:xfrm>
              <a:custGeom>
                <a:avLst/>
                <a:gdLst>
                  <a:gd name="T0" fmla="*/ 73901 w 290132"/>
                  <a:gd name="T1" fmla="*/ 708677 h 289197"/>
                  <a:gd name="T2" fmla="*/ 868984 w 290132"/>
                  <a:gd name="T3" fmla="*/ 673933 h 289197"/>
                  <a:gd name="T4" fmla="*/ 680804 w 290132"/>
                  <a:gd name="T5" fmla="*/ 761616 h 289197"/>
                  <a:gd name="T6" fmla="*/ 860592 w 290132"/>
                  <a:gd name="T7" fmla="*/ 712510 h 289197"/>
                  <a:gd name="T8" fmla="*/ 152217 w 290132"/>
                  <a:gd name="T9" fmla="*/ 644704 h 289197"/>
                  <a:gd name="T10" fmla="*/ 934905 w 290132"/>
                  <a:gd name="T11" fmla="*/ 737061 h 289197"/>
                  <a:gd name="T12" fmla="*/ 632859 w 290132"/>
                  <a:gd name="T13" fmla="*/ 814219 h 289197"/>
                  <a:gd name="T14" fmla="*/ 400336 w 290132"/>
                  <a:gd name="T15" fmla="*/ 817726 h 289197"/>
                  <a:gd name="T16" fmla="*/ 624468 w 290132"/>
                  <a:gd name="T17" fmla="*/ 787331 h 289197"/>
                  <a:gd name="T18" fmla="*/ 641250 w 290132"/>
                  <a:gd name="T19" fmla="*/ 721863 h 289197"/>
                  <a:gd name="T20" fmla="*/ 152217 w 290132"/>
                  <a:gd name="T21" fmla="*/ 644704 h 289197"/>
                  <a:gd name="T22" fmla="*/ 122247 w 290132"/>
                  <a:gd name="T23" fmla="*/ 872674 h 289197"/>
                  <a:gd name="T24" fmla="*/ 14389 w 290132"/>
                  <a:gd name="T25" fmla="*/ 616643 h 289197"/>
                  <a:gd name="T26" fmla="*/ 612486 w 290132"/>
                  <a:gd name="T27" fmla="*/ 682113 h 289197"/>
                  <a:gd name="T28" fmla="*/ 787474 w 290132"/>
                  <a:gd name="T29" fmla="*/ 670424 h 289197"/>
                  <a:gd name="T30" fmla="*/ 904936 w 290132"/>
                  <a:gd name="T31" fmla="*/ 696143 h 289197"/>
                  <a:gd name="T32" fmla="*/ 927709 w 290132"/>
                  <a:gd name="T33" fmla="*/ 790838 h 289197"/>
                  <a:gd name="T34" fmla="*/ 14389 w 290132"/>
                  <a:gd name="T35" fmla="*/ 900730 h 289197"/>
                  <a:gd name="T36" fmla="*/ 14389 w 290132"/>
                  <a:gd name="T37" fmla="*/ 616643 h 289197"/>
                  <a:gd name="T38" fmla="*/ 415829 w 290132"/>
                  <a:gd name="T39" fmla="*/ 605337 h 289197"/>
                  <a:gd name="T40" fmla="*/ 385374 w 290132"/>
                  <a:gd name="T41" fmla="*/ 531143 h 289197"/>
                  <a:gd name="T42" fmla="*/ 553031 w 290132"/>
                  <a:gd name="T43" fmla="*/ 418322 h 289197"/>
                  <a:gd name="T44" fmla="*/ 522625 w 290132"/>
                  <a:gd name="T45" fmla="*/ 647971 h 289197"/>
                  <a:gd name="T46" fmla="*/ 675723 w 290132"/>
                  <a:gd name="T47" fmla="*/ 326456 h 289197"/>
                  <a:gd name="T48" fmla="*/ 675723 w 290132"/>
                  <a:gd name="T49" fmla="*/ 677661 h 289197"/>
                  <a:gd name="T50" fmla="*/ 675723 w 290132"/>
                  <a:gd name="T51" fmla="*/ 326456 h 289197"/>
                  <a:gd name="T52" fmla="*/ 827544 w 290132"/>
                  <a:gd name="T53" fmla="*/ 626113 h 289197"/>
                  <a:gd name="T54" fmla="*/ 797138 w 290132"/>
                  <a:gd name="T55" fmla="*/ 268005 h 289197"/>
                  <a:gd name="T56" fmla="*/ 964804 w 290132"/>
                  <a:gd name="T57" fmla="*/ 133282 h 289197"/>
                  <a:gd name="T58" fmla="*/ 934387 w 290132"/>
                  <a:gd name="T59" fmla="*/ 667571 h 289197"/>
                  <a:gd name="T60" fmla="*/ 934509 w 290132"/>
                  <a:gd name="T61" fmla="*/ 31793 h 289197"/>
                  <a:gd name="T62" fmla="*/ 711168 w 290132"/>
                  <a:gd name="T63" fmla="*/ 290449 h 289197"/>
                  <a:gd name="T64" fmla="*/ 408997 w 290132"/>
                  <a:gd name="T65" fmla="*/ 473862 h 289197"/>
                  <a:gd name="T66" fmla="*/ 195201 w 290132"/>
                  <a:gd name="T67" fmla="*/ 579674 h 289197"/>
                  <a:gd name="T68" fmla="*/ 174897 w 290132"/>
                  <a:gd name="T69" fmla="*/ 559686 h 289197"/>
                  <a:gd name="T70" fmla="*/ 399438 w 290132"/>
                  <a:gd name="T71" fmla="*/ 443293 h 289197"/>
                  <a:gd name="T72" fmla="*/ 701609 w 290132"/>
                  <a:gd name="T73" fmla="*/ 261056 h 289197"/>
                  <a:gd name="T74" fmla="*/ 172251 w 290132"/>
                  <a:gd name="T75" fmla="*/ 192767 h 289197"/>
                  <a:gd name="T76" fmla="*/ 470609 w 290132"/>
                  <a:gd name="T77" fmla="*/ 240067 h 289197"/>
                  <a:gd name="T78" fmla="*/ 156801 w 290132"/>
                  <a:gd name="T79" fmla="*/ 0 h 289197"/>
                  <a:gd name="T80" fmla="*/ 500323 w 290132"/>
                  <a:gd name="T81" fmla="*/ 269630 h 289197"/>
                  <a:gd name="T82" fmla="*/ 476551 w 290132"/>
                  <a:gd name="T83" fmla="*/ 281455 h 289197"/>
                  <a:gd name="T84" fmla="*/ 142533 w 290132"/>
                  <a:gd name="T85" fmla="*/ 206955 h 28919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290132" h="289197">
                    <a:moveTo>
                      <a:pt x="22225" y="207963"/>
                    </a:moveTo>
                    <a:cubicBezTo>
                      <a:pt x="24423" y="207963"/>
                      <a:pt x="26621" y="210249"/>
                      <a:pt x="26621" y="212535"/>
                    </a:cubicBezTo>
                    <a:cubicBezTo>
                      <a:pt x="26621" y="215202"/>
                      <a:pt x="24423" y="217107"/>
                      <a:pt x="22225" y="217107"/>
                    </a:cubicBezTo>
                    <a:cubicBezTo>
                      <a:pt x="19661" y="217107"/>
                      <a:pt x="17463" y="215202"/>
                      <a:pt x="17463" y="212535"/>
                    </a:cubicBezTo>
                    <a:cubicBezTo>
                      <a:pt x="17463" y="210249"/>
                      <a:pt x="19661" y="207963"/>
                      <a:pt x="22225" y="207963"/>
                    </a:cubicBezTo>
                    <a:close/>
                    <a:moveTo>
                      <a:pt x="261318" y="206463"/>
                    </a:moveTo>
                    <a:cubicBezTo>
                      <a:pt x="259155" y="205030"/>
                      <a:pt x="247982" y="209686"/>
                      <a:pt x="240052" y="213268"/>
                    </a:cubicBezTo>
                    <a:cubicBezTo>
                      <a:pt x="230320" y="217566"/>
                      <a:pt x="218426" y="222580"/>
                      <a:pt x="204369" y="226520"/>
                    </a:cubicBezTo>
                    <a:cubicBezTo>
                      <a:pt x="204729" y="228669"/>
                      <a:pt x="205089" y="230817"/>
                      <a:pt x="204729" y="233325"/>
                    </a:cubicBezTo>
                    <a:cubicBezTo>
                      <a:pt x="204369" y="234757"/>
                      <a:pt x="204369" y="235832"/>
                      <a:pt x="204008" y="237264"/>
                    </a:cubicBezTo>
                    <a:cubicBezTo>
                      <a:pt x="227437" y="231534"/>
                      <a:pt x="244017" y="224371"/>
                      <a:pt x="255911" y="219356"/>
                    </a:cubicBezTo>
                    <a:cubicBezTo>
                      <a:pt x="256993" y="218998"/>
                      <a:pt x="258074" y="218640"/>
                      <a:pt x="258795" y="218282"/>
                    </a:cubicBezTo>
                    <a:cubicBezTo>
                      <a:pt x="262039" y="215417"/>
                      <a:pt x="263841" y="212193"/>
                      <a:pt x="263841" y="210403"/>
                    </a:cubicBezTo>
                    <a:cubicBezTo>
                      <a:pt x="263841" y="209686"/>
                      <a:pt x="263480" y="208254"/>
                      <a:pt x="261318" y="206463"/>
                    </a:cubicBezTo>
                    <a:close/>
                    <a:moveTo>
                      <a:pt x="45776" y="197509"/>
                    </a:moveTo>
                    <a:lnTo>
                      <a:pt x="45776" y="268424"/>
                    </a:lnTo>
                    <a:cubicBezTo>
                      <a:pt x="65960" y="274512"/>
                      <a:pt x="184184" y="306030"/>
                      <a:pt x="273933" y="235115"/>
                    </a:cubicBezTo>
                    <a:cubicBezTo>
                      <a:pt x="276096" y="233683"/>
                      <a:pt x="280781" y="229743"/>
                      <a:pt x="281142" y="225803"/>
                    </a:cubicBezTo>
                    <a:cubicBezTo>
                      <a:pt x="281142" y="225087"/>
                      <a:pt x="280781" y="223296"/>
                      <a:pt x="278979" y="221864"/>
                    </a:cubicBezTo>
                    <a:cubicBezTo>
                      <a:pt x="276817" y="220073"/>
                      <a:pt x="268166" y="223654"/>
                      <a:pt x="259155" y="227594"/>
                    </a:cubicBezTo>
                    <a:cubicBezTo>
                      <a:pt x="244738" y="233683"/>
                      <a:pt x="222751" y="242995"/>
                      <a:pt x="190311" y="249442"/>
                    </a:cubicBezTo>
                    <a:lnTo>
                      <a:pt x="189951" y="249442"/>
                    </a:lnTo>
                    <a:cubicBezTo>
                      <a:pt x="183103" y="251949"/>
                      <a:pt x="172650" y="253739"/>
                      <a:pt x="159674" y="253739"/>
                    </a:cubicBezTo>
                    <a:cubicBezTo>
                      <a:pt x="148501" y="253739"/>
                      <a:pt x="135525" y="252307"/>
                      <a:pt x="120387" y="250516"/>
                    </a:cubicBezTo>
                    <a:cubicBezTo>
                      <a:pt x="118224" y="250158"/>
                      <a:pt x="116422" y="248009"/>
                      <a:pt x="116782" y="245860"/>
                    </a:cubicBezTo>
                    <a:cubicBezTo>
                      <a:pt x="117143" y="243353"/>
                      <a:pt x="119305" y="241562"/>
                      <a:pt x="121828" y="241920"/>
                    </a:cubicBezTo>
                    <a:cubicBezTo>
                      <a:pt x="161476" y="246934"/>
                      <a:pt x="179498" y="244427"/>
                      <a:pt x="187788" y="241204"/>
                    </a:cubicBezTo>
                    <a:lnTo>
                      <a:pt x="187788" y="240846"/>
                    </a:lnTo>
                    <a:cubicBezTo>
                      <a:pt x="195718" y="237981"/>
                      <a:pt x="195718" y="234041"/>
                      <a:pt x="195718" y="232608"/>
                    </a:cubicBezTo>
                    <a:cubicBezTo>
                      <a:pt x="196439" y="227594"/>
                      <a:pt x="195358" y="223296"/>
                      <a:pt x="192835" y="221147"/>
                    </a:cubicBezTo>
                    <a:cubicBezTo>
                      <a:pt x="189591" y="217924"/>
                      <a:pt x="184544" y="217924"/>
                      <a:pt x="184544" y="217924"/>
                    </a:cubicBezTo>
                    <a:cubicBezTo>
                      <a:pt x="141292" y="218640"/>
                      <a:pt x="133723" y="213984"/>
                      <a:pt x="124351" y="208612"/>
                    </a:cubicBezTo>
                    <a:cubicBezTo>
                      <a:pt x="115701" y="203598"/>
                      <a:pt x="105609" y="197867"/>
                      <a:pt x="45776" y="197509"/>
                    </a:cubicBezTo>
                    <a:close/>
                    <a:moveTo>
                      <a:pt x="8650" y="197509"/>
                    </a:moveTo>
                    <a:lnTo>
                      <a:pt x="8650" y="267349"/>
                    </a:lnTo>
                    <a:lnTo>
                      <a:pt x="36764" y="267349"/>
                    </a:lnTo>
                    <a:lnTo>
                      <a:pt x="36764" y="197509"/>
                    </a:lnTo>
                    <a:lnTo>
                      <a:pt x="8650" y="197509"/>
                    </a:lnTo>
                    <a:close/>
                    <a:moveTo>
                      <a:pt x="4325" y="188913"/>
                    </a:moveTo>
                    <a:lnTo>
                      <a:pt x="41450" y="188913"/>
                    </a:lnTo>
                    <a:cubicBezTo>
                      <a:pt x="107771" y="188913"/>
                      <a:pt x="118945" y="195360"/>
                      <a:pt x="129037" y="201449"/>
                    </a:cubicBezTo>
                    <a:cubicBezTo>
                      <a:pt x="136967" y="205747"/>
                      <a:pt x="143815" y="210044"/>
                      <a:pt x="184184" y="208970"/>
                    </a:cubicBezTo>
                    <a:cubicBezTo>
                      <a:pt x="184184" y="208970"/>
                      <a:pt x="192835" y="208612"/>
                      <a:pt x="198962" y="215059"/>
                    </a:cubicBezTo>
                    <a:cubicBezTo>
                      <a:pt x="200043" y="215775"/>
                      <a:pt x="200764" y="216849"/>
                      <a:pt x="201485" y="218282"/>
                    </a:cubicBezTo>
                    <a:cubicBezTo>
                      <a:pt x="215182" y="214342"/>
                      <a:pt x="227076" y="209328"/>
                      <a:pt x="236808" y="205388"/>
                    </a:cubicBezTo>
                    <a:cubicBezTo>
                      <a:pt x="251586" y="198942"/>
                      <a:pt x="260597" y="195002"/>
                      <a:pt x="266724" y="199658"/>
                    </a:cubicBezTo>
                    <a:cubicBezTo>
                      <a:pt x="271410" y="203239"/>
                      <a:pt x="272491" y="207179"/>
                      <a:pt x="272491" y="209686"/>
                    </a:cubicBezTo>
                    <a:cubicBezTo>
                      <a:pt x="272852" y="211119"/>
                      <a:pt x="272491" y="212193"/>
                      <a:pt x="272131" y="213268"/>
                    </a:cubicBezTo>
                    <a:cubicBezTo>
                      <a:pt x="277177" y="212193"/>
                      <a:pt x="281142" y="212193"/>
                      <a:pt x="284386" y="215059"/>
                    </a:cubicBezTo>
                    <a:cubicBezTo>
                      <a:pt x="289071" y="218998"/>
                      <a:pt x="290153" y="223296"/>
                      <a:pt x="289792" y="226161"/>
                    </a:cubicBezTo>
                    <a:cubicBezTo>
                      <a:pt x="289432" y="234757"/>
                      <a:pt x="280061" y="241562"/>
                      <a:pt x="278979" y="242278"/>
                    </a:cubicBezTo>
                    <a:cubicBezTo>
                      <a:pt x="232122" y="279527"/>
                      <a:pt x="177336" y="289197"/>
                      <a:pt x="132281" y="289197"/>
                    </a:cubicBezTo>
                    <a:cubicBezTo>
                      <a:pt x="83622" y="289197"/>
                      <a:pt x="46136" y="278094"/>
                      <a:pt x="40729" y="275945"/>
                    </a:cubicBezTo>
                    <a:lnTo>
                      <a:pt x="4325" y="275945"/>
                    </a:lnTo>
                    <a:cubicBezTo>
                      <a:pt x="2163" y="275945"/>
                      <a:pt x="0" y="274154"/>
                      <a:pt x="0" y="272005"/>
                    </a:cubicBezTo>
                    <a:lnTo>
                      <a:pt x="0" y="193211"/>
                    </a:lnTo>
                    <a:cubicBezTo>
                      <a:pt x="0" y="190704"/>
                      <a:pt x="2163" y="188913"/>
                      <a:pt x="4325" y="188913"/>
                    </a:cubicBezTo>
                    <a:close/>
                    <a:moveTo>
                      <a:pt x="120284" y="158750"/>
                    </a:moveTo>
                    <a:cubicBezTo>
                      <a:pt x="122849" y="158750"/>
                      <a:pt x="125047" y="160554"/>
                      <a:pt x="125047" y="162719"/>
                    </a:cubicBezTo>
                    <a:lnTo>
                      <a:pt x="125047" y="185449"/>
                    </a:lnTo>
                    <a:cubicBezTo>
                      <a:pt x="125047" y="187975"/>
                      <a:pt x="122849" y="190139"/>
                      <a:pt x="120284" y="190139"/>
                    </a:cubicBezTo>
                    <a:cubicBezTo>
                      <a:pt x="117720" y="190139"/>
                      <a:pt x="115888" y="187975"/>
                      <a:pt x="115888" y="185449"/>
                    </a:cubicBezTo>
                    <a:lnTo>
                      <a:pt x="115888" y="162719"/>
                    </a:lnTo>
                    <a:cubicBezTo>
                      <a:pt x="115888" y="160554"/>
                      <a:pt x="117720" y="158750"/>
                      <a:pt x="120284" y="158750"/>
                    </a:cubicBezTo>
                    <a:close/>
                    <a:moveTo>
                      <a:pt x="161735" y="123825"/>
                    </a:moveTo>
                    <a:cubicBezTo>
                      <a:pt x="164402" y="123825"/>
                      <a:pt x="166307" y="125629"/>
                      <a:pt x="166307" y="128155"/>
                    </a:cubicBezTo>
                    <a:lnTo>
                      <a:pt x="166307" y="198510"/>
                    </a:lnTo>
                    <a:cubicBezTo>
                      <a:pt x="166307" y="201035"/>
                      <a:pt x="164402" y="202839"/>
                      <a:pt x="161735" y="202839"/>
                    </a:cubicBezTo>
                    <a:cubicBezTo>
                      <a:pt x="159068" y="202839"/>
                      <a:pt x="157163" y="201035"/>
                      <a:pt x="157163" y="198510"/>
                    </a:cubicBezTo>
                    <a:lnTo>
                      <a:pt x="157163" y="128155"/>
                    </a:lnTo>
                    <a:cubicBezTo>
                      <a:pt x="157163" y="125629"/>
                      <a:pt x="159068" y="123825"/>
                      <a:pt x="161735" y="123825"/>
                    </a:cubicBezTo>
                    <a:close/>
                    <a:moveTo>
                      <a:pt x="203201" y="100013"/>
                    </a:moveTo>
                    <a:cubicBezTo>
                      <a:pt x="205765" y="100013"/>
                      <a:pt x="207597" y="101801"/>
                      <a:pt x="207597" y="104303"/>
                    </a:cubicBezTo>
                    <a:lnTo>
                      <a:pt x="207597" y="202959"/>
                    </a:lnTo>
                    <a:cubicBezTo>
                      <a:pt x="207597" y="205461"/>
                      <a:pt x="205765" y="207606"/>
                      <a:pt x="203201" y="207606"/>
                    </a:cubicBezTo>
                    <a:cubicBezTo>
                      <a:pt x="200636" y="207606"/>
                      <a:pt x="198438" y="205461"/>
                      <a:pt x="198438" y="202959"/>
                    </a:cubicBezTo>
                    <a:lnTo>
                      <a:pt x="198438" y="104303"/>
                    </a:lnTo>
                    <a:cubicBezTo>
                      <a:pt x="198438" y="101801"/>
                      <a:pt x="200636" y="100013"/>
                      <a:pt x="203201" y="100013"/>
                    </a:cubicBezTo>
                    <a:close/>
                    <a:moveTo>
                      <a:pt x="244285" y="77788"/>
                    </a:moveTo>
                    <a:cubicBezTo>
                      <a:pt x="246952" y="77788"/>
                      <a:pt x="248857" y="79587"/>
                      <a:pt x="248857" y="82105"/>
                    </a:cubicBezTo>
                    <a:lnTo>
                      <a:pt x="248857" y="191814"/>
                    </a:lnTo>
                    <a:cubicBezTo>
                      <a:pt x="248857" y="194332"/>
                      <a:pt x="246952" y="196491"/>
                      <a:pt x="244285" y="196491"/>
                    </a:cubicBezTo>
                    <a:cubicBezTo>
                      <a:pt x="241618" y="196491"/>
                      <a:pt x="239713" y="194332"/>
                      <a:pt x="239713" y="191814"/>
                    </a:cubicBezTo>
                    <a:lnTo>
                      <a:pt x="239713" y="82105"/>
                    </a:lnTo>
                    <a:cubicBezTo>
                      <a:pt x="239713" y="79587"/>
                      <a:pt x="241618" y="77788"/>
                      <a:pt x="244285" y="77788"/>
                    </a:cubicBezTo>
                    <a:close/>
                    <a:moveTo>
                      <a:pt x="285560" y="36513"/>
                    </a:moveTo>
                    <a:cubicBezTo>
                      <a:pt x="288227" y="36513"/>
                      <a:pt x="290132" y="38672"/>
                      <a:pt x="290132" y="40830"/>
                    </a:cubicBezTo>
                    <a:lnTo>
                      <a:pt x="290132" y="204514"/>
                    </a:lnTo>
                    <a:cubicBezTo>
                      <a:pt x="290132" y="207032"/>
                      <a:pt x="288227" y="209190"/>
                      <a:pt x="285560" y="209190"/>
                    </a:cubicBezTo>
                    <a:cubicBezTo>
                      <a:pt x="283274" y="209190"/>
                      <a:pt x="280988" y="207032"/>
                      <a:pt x="280988" y="204514"/>
                    </a:cubicBezTo>
                    <a:lnTo>
                      <a:pt x="280988" y="40830"/>
                    </a:lnTo>
                    <a:cubicBezTo>
                      <a:pt x="280988" y="38672"/>
                      <a:pt x="283274" y="36513"/>
                      <a:pt x="285560" y="36513"/>
                    </a:cubicBezTo>
                    <a:close/>
                    <a:moveTo>
                      <a:pt x="281024" y="9739"/>
                    </a:moveTo>
                    <a:cubicBezTo>
                      <a:pt x="282460" y="7938"/>
                      <a:pt x="285334" y="7938"/>
                      <a:pt x="287129" y="9739"/>
                    </a:cubicBezTo>
                    <a:cubicBezTo>
                      <a:pt x="288566" y="11180"/>
                      <a:pt x="288566" y="14061"/>
                      <a:pt x="287129" y="15862"/>
                    </a:cubicBezTo>
                    <a:lnTo>
                      <a:pt x="213860" y="88981"/>
                    </a:lnTo>
                    <a:cubicBezTo>
                      <a:pt x="212064" y="91142"/>
                      <a:pt x="209550" y="91142"/>
                      <a:pt x="207754" y="88981"/>
                    </a:cubicBezTo>
                    <a:lnTo>
                      <a:pt x="193388" y="74933"/>
                    </a:lnTo>
                    <a:lnTo>
                      <a:pt x="122992" y="145170"/>
                    </a:lnTo>
                    <a:cubicBezTo>
                      <a:pt x="121555" y="146971"/>
                      <a:pt x="118682" y="146971"/>
                      <a:pt x="116886" y="145170"/>
                    </a:cubicBezTo>
                    <a:lnTo>
                      <a:pt x="103956" y="132203"/>
                    </a:lnTo>
                    <a:lnTo>
                      <a:pt x="58702" y="177587"/>
                    </a:lnTo>
                    <a:cubicBezTo>
                      <a:pt x="57984" y="178308"/>
                      <a:pt x="56906" y="179028"/>
                      <a:pt x="55829" y="179028"/>
                    </a:cubicBezTo>
                    <a:cubicBezTo>
                      <a:pt x="54392" y="179028"/>
                      <a:pt x="53314" y="178308"/>
                      <a:pt x="52596" y="177587"/>
                    </a:cubicBezTo>
                    <a:cubicBezTo>
                      <a:pt x="50800" y="175786"/>
                      <a:pt x="50800" y="172905"/>
                      <a:pt x="52596" y="171464"/>
                    </a:cubicBezTo>
                    <a:lnTo>
                      <a:pt x="101083" y="122839"/>
                    </a:lnTo>
                    <a:cubicBezTo>
                      <a:pt x="102520" y="121038"/>
                      <a:pt x="105393" y="121038"/>
                      <a:pt x="107189" y="122839"/>
                    </a:cubicBezTo>
                    <a:lnTo>
                      <a:pt x="120119" y="135805"/>
                    </a:lnTo>
                    <a:lnTo>
                      <a:pt x="190155" y="65569"/>
                    </a:lnTo>
                    <a:cubicBezTo>
                      <a:pt x="191951" y="63768"/>
                      <a:pt x="194465" y="63768"/>
                      <a:pt x="196261" y="65569"/>
                    </a:cubicBezTo>
                    <a:lnTo>
                      <a:pt x="210987" y="79976"/>
                    </a:lnTo>
                    <a:lnTo>
                      <a:pt x="281024" y="9739"/>
                    </a:lnTo>
                    <a:close/>
                    <a:moveTo>
                      <a:pt x="51800" y="9058"/>
                    </a:moveTo>
                    <a:lnTo>
                      <a:pt x="51800" y="59054"/>
                    </a:lnTo>
                    <a:lnTo>
                      <a:pt x="122217" y="59054"/>
                    </a:lnTo>
                    <a:cubicBezTo>
                      <a:pt x="122932" y="59054"/>
                      <a:pt x="124362" y="59417"/>
                      <a:pt x="124719" y="60141"/>
                    </a:cubicBezTo>
                    <a:lnTo>
                      <a:pt x="141520" y="73546"/>
                    </a:lnTo>
                    <a:lnTo>
                      <a:pt x="141520" y="9058"/>
                    </a:lnTo>
                    <a:lnTo>
                      <a:pt x="51800" y="9058"/>
                    </a:lnTo>
                    <a:close/>
                    <a:moveTo>
                      <a:pt x="47153" y="0"/>
                    </a:moveTo>
                    <a:lnTo>
                      <a:pt x="146166" y="0"/>
                    </a:lnTo>
                    <a:cubicBezTo>
                      <a:pt x="148311" y="0"/>
                      <a:pt x="150456" y="2174"/>
                      <a:pt x="150456" y="4710"/>
                    </a:cubicBezTo>
                    <a:lnTo>
                      <a:pt x="150456" y="82603"/>
                    </a:lnTo>
                    <a:cubicBezTo>
                      <a:pt x="150456" y="84053"/>
                      <a:pt x="149383" y="85864"/>
                      <a:pt x="147954" y="86589"/>
                    </a:cubicBezTo>
                    <a:cubicBezTo>
                      <a:pt x="147239" y="86589"/>
                      <a:pt x="146524" y="86951"/>
                      <a:pt x="146166" y="86951"/>
                    </a:cubicBezTo>
                    <a:cubicBezTo>
                      <a:pt x="145094" y="86951"/>
                      <a:pt x="144022" y="86589"/>
                      <a:pt x="143307" y="86226"/>
                    </a:cubicBezTo>
                    <a:lnTo>
                      <a:pt x="120787" y="68112"/>
                    </a:lnTo>
                    <a:lnTo>
                      <a:pt x="47153" y="68112"/>
                    </a:lnTo>
                    <a:cubicBezTo>
                      <a:pt x="45008" y="68112"/>
                      <a:pt x="42863" y="65938"/>
                      <a:pt x="42863" y="63402"/>
                    </a:cubicBezTo>
                    <a:lnTo>
                      <a:pt x="42863" y="4710"/>
                    </a:lnTo>
                    <a:cubicBezTo>
                      <a:pt x="42863" y="2174"/>
                      <a:pt x="45008" y="0"/>
                      <a:pt x="4715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endParaRPr lang="en-US" dirty="0">
                  <a:latin typeface="Lato Light" panose="020F0502020204030203" pitchFamily="3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940E7BB-EEF9-5829-1DD9-524AB6D7995C}"/>
                  </a:ext>
                </a:extLst>
              </p:cNvPr>
              <p:cNvSpPr txBox="1"/>
              <p:nvPr/>
            </p:nvSpPr>
            <p:spPr>
              <a:xfrm>
                <a:off x="10596899" y="1130300"/>
                <a:ext cx="4528804" cy="461665"/>
              </a:xfrm>
              <a:prstGeom prst="rect">
                <a:avLst/>
              </a:prstGeom>
              <a:noFill/>
            </p:spPr>
            <p:txBody>
              <a:bodyPr wrap="none" lIns="91440" rtlCol="0" anchor="ctr" anchorCtr="0">
                <a:spAutoFit/>
              </a:bodyPr>
              <a:lstStyle/>
              <a:p>
                <a:r>
                  <a:rPr lang="en-US" sz="2400" b="1" dirty="0">
                    <a:solidFill>
                      <a:schemeClr val="tx2"/>
                    </a:solidFill>
                    <a:latin typeface="Poppins" pitchFamily="2" charset="77"/>
                    <a:ea typeface="League Spartan" charset="0"/>
                    <a:cs typeface="Poppins" pitchFamily="2" charset="77"/>
                  </a:rPr>
                  <a:t>CANTIDAD DE PRESTADORES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27120D5-832B-6EEB-A699-8F0E945EBD9D}"/>
                  </a:ext>
                </a:extLst>
              </p:cNvPr>
              <p:cNvSpPr txBox="1"/>
              <p:nvPr/>
            </p:nvSpPr>
            <p:spPr>
              <a:xfrm>
                <a:off x="10593270" y="1540685"/>
                <a:ext cx="3623828" cy="1118225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lang="en-US" sz="6000" b="1" dirty="0">
                    <a:solidFill>
                      <a:schemeClr val="accent2"/>
                    </a:solidFill>
                    <a:latin typeface="Poppins" pitchFamily="2" charset="77"/>
                    <a:ea typeface="League Spartan" charset="0"/>
                    <a:cs typeface="Poppins" pitchFamily="2" charset="77"/>
                  </a:rPr>
                  <a:t>     6.435</a:t>
                </a:r>
              </a:p>
            </p:txBody>
          </p:sp>
        </p:grp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1C501AF-93FF-91C2-D270-2F1F13ACB535}"/>
              </a:ext>
            </a:extLst>
          </p:cNvPr>
          <p:cNvGrpSpPr/>
          <p:nvPr/>
        </p:nvGrpSpPr>
        <p:grpSpPr>
          <a:xfrm>
            <a:off x="2977229" y="2071695"/>
            <a:ext cx="6699632" cy="1822046"/>
            <a:chOff x="15998825" y="762000"/>
            <a:chExt cx="6858000" cy="2032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F793B1C-EE63-D3C6-37FD-62B2E8307123}"/>
                </a:ext>
              </a:extLst>
            </p:cNvPr>
            <p:cNvSpPr/>
            <p:nvPr/>
          </p:nvSpPr>
          <p:spPr>
            <a:xfrm>
              <a:off x="15998825" y="762000"/>
              <a:ext cx="6858000" cy="203200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 Light" panose="020F0502020204030203" pitchFamily="34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36D9A92-1A9F-FEF2-474C-FAD5D3D62026}"/>
                </a:ext>
              </a:extLst>
            </p:cNvPr>
            <p:cNvSpPr/>
            <p:nvPr/>
          </p:nvSpPr>
          <p:spPr>
            <a:xfrm>
              <a:off x="16377556" y="1130300"/>
              <a:ext cx="1295400" cy="1295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 Light" panose="020F0502020204030203" pitchFamily="34" charset="0"/>
              </a:endParaRPr>
            </a:p>
          </p:txBody>
        </p:sp>
        <p:sp>
          <p:nvSpPr>
            <p:cNvPr id="15" name="Freeform 1001">
              <a:extLst>
                <a:ext uri="{FF2B5EF4-FFF2-40B4-BE49-F238E27FC236}">
                  <a16:creationId xmlns:a16="http://schemas.microsoft.com/office/drawing/2014/main" id="{FC01CCCC-0AD7-0986-346A-DE701AF00B6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739279" y="1417294"/>
              <a:ext cx="717094" cy="717094"/>
            </a:xfrm>
            <a:custGeom>
              <a:avLst/>
              <a:gdLst>
                <a:gd name="T0" fmla="*/ 369470 w 290151"/>
                <a:gd name="T1" fmla="*/ 801981 h 290152"/>
                <a:gd name="T2" fmla="*/ 369470 w 290151"/>
                <a:gd name="T3" fmla="*/ 832423 h 290152"/>
                <a:gd name="T4" fmla="*/ 100253 w 290151"/>
                <a:gd name="T5" fmla="*/ 817811 h 290152"/>
                <a:gd name="T6" fmla="*/ 251621 w 290151"/>
                <a:gd name="T7" fmla="*/ 691180 h 290152"/>
                <a:gd name="T8" fmla="*/ 304838 w 290151"/>
                <a:gd name="T9" fmla="*/ 707009 h 290152"/>
                <a:gd name="T10" fmla="*/ 251621 w 290151"/>
                <a:gd name="T11" fmla="*/ 721617 h 290152"/>
                <a:gd name="T12" fmla="*/ 251621 w 290151"/>
                <a:gd name="T13" fmla="*/ 691180 h 290152"/>
                <a:gd name="T14" fmla="*/ 174185 w 290151"/>
                <a:gd name="T15" fmla="*/ 691180 h 290152"/>
                <a:gd name="T16" fmla="*/ 174185 w 290151"/>
                <a:gd name="T17" fmla="*/ 721617 h 290152"/>
                <a:gd name="T18" fmla="*/ 100253 w 290151"/>
                <a:gd name="T19" fmla="*/ 707009 h 290152"/>
                <a:gd name="T20" fmla="*/ 539753 w 290151"/>
                <a:gd name="T21" fmla="*/ 629702 h 290152"/>
                <a:gd name="T22" fmla="*/ 638105 w 290151"/>
                <a:gd name="T23" fmla="*/ 838402 h 290152"/>
                <a:gd name="T24" fmla="*/ 714871 w 290151"/>
                <a:gd name="T25" fmla="*/ 647692 h 290152"/>
                <a:gd name="T26" fmla="*/ 539753 w 290151"/>
                <a:gd name="T27" fmla="*/ 629702 h 290152"/>
                <a:gd name="T28" fmla="*/ 258865 w 290151"/>
                <a:gd name="T29" fmla="*/ 580381 h 290152"/>
                <a:gd name="T30" fmla="*/ 258865 w 290151"/>
                <a:gd name="T31" fmla="*/ 610771 h 290152"/>
                <a:gd name="T32" fmla="*/ 100253 w 290151"/>
                <a:gd name="T33" fmla="*/ 595576 h 290152"/>
                <a:gd name="T34" fmla="*/ 114557 w 290151"/>
                <a:gd name="T35" fmla="*/ 474856 h 290152"/>
                <a:gd name="T36" fmla="*/ 273171 w 290151"/>
                <a:gd name="T37" fmla="*/ 490050 h 290152"/>
                <a:gd name="T38" fmla="*/ 114557 w 290151"/>
                <a:gd name="T39" fmla="*/ 505245 h 290152"/>
                <a:gd name="T40" fmla="*/ 114557 w 290151"/>
                <a:gd name="T41" fmla="*/ 474856 h 290152"/>
                <a:gd name="T42" fmla="*/ 534955 w 290151"/>
                <a:gd name="T43" fmla="*/ 540946 h 290152"/>
                <a:gd name="T44" fmla="*/ 740058 w 290151"/>
                <a:gd name="T45" fmla="*/ 540946 h 290152"/>
                <a:gd name="T46" fmla="*/ 114605 w 290151"/>
                <a:gd name="T47" fmla="*/ 364057 h 290152"/>
                <a:gd name="T48" fmla="*/ 304825 w 290151"/>
                <a:gd name="T49" fmla="*/ 379255 h 290152"/>
                <a:gd name="T50" fmla="*/ 114605 w 290151"/>
                <a:gd name="T51" fmla="*/ 394450 h 290152"/>
                <a:gd name="T52" fmla="*/ 114605 w 290151"/>
                <a:gd name="T53" fmla="*/ 364057 h 290152"/>
                <a:gd name="T54" fmla="*/ 742456 w 290151"/>
                <a:gd name="T55" fmla="*/ 462982 h 290152"/>
                <a:gd name="T56" fmla="*/ 736460 w 290151"/>
                <a:gd name="T57" fmla="*/ 628501 h 290152"/>
                <a:gd name="T58" fmla="*/ 934368 w 290151"/>
                <a:gd name="T59" fmla="*/ 540946 h 290152"/>
                <a:gd name="T60" fmla="*/ 267593 w 290151"/>
                <a:gd name="T61" fmla="*/ 258533 h 290152"/>
                <a:gd name="T62" fmla="*/ 378697 w 290151"/>
                <a:gd name="T63" fmla="*/ 273732 h 290152"/>
                <a:gd name="T64" fmla="*/ 267593 w 290151"/>
                <a:gd name="T65" fmla="*/ 288925 h 290152"/>
                <a:gd name="T66" fmla="*/ 267593 w 290151"/>
                <a:gd name="T67" fmla="*/ 258533 h 290152"/>
                <a:gd name="T68" fmla="*/ 190531 w 290151"/>
                <a:gd name="T69" fmla="*/ 258533 h 290152"/>
                <a:gd name="T70" fmla="*/ 190531 w 290151"/>
                <a:gd name="T71" fmla="*/ 288925 h 290152"/>
                <a:gd name="T72" fmla="*/ 100253 w 290151"/>
                <a:gd name="T73" fmla="*/ 273732 h 290152"/>
                <a:gd name="T74" fmla="*/ 652495 w 290151"/>
                <a:gd name="T75" fmla="*/ 244685 h 290152"/>
                <a:gd name="T76" fmla="*/ 723267 w 290151"/>
                <a:gd name="T77" fmla="*/ 440192 h 290152"/>
                <a:gd name="T78" fmla="*/ 652495 w 290151"/>
                <a:gd name="T79" fmla="*/ 244685 h 290152"/>
                <a:gd name="T80" fmla="*/ 340648 w 290151"/>
                <a:gd name="T81" fmla="*/ 540946 h 290152"/>
                <a:gd name="T82" fmla="*/ 522957 w 290151"/>
                <a:gd name="T83" fmla="*/ 605714 h 290152"/>
                <a:gd name="T84" fmla="*/ 623710 w 290151"/>
                <a:gd name="T85" fmla="*/ 410208 h 290152"/>
                <a:gd name="T86" fmla="*/ 203908 w 290151"/>
                <a:gd name="T87" fmla="*/ 29981 h 290152"/>
                <a:gd name="T88" fmla="*/ 248286 w 290151"/>
                <a:gd name="T89" fmla="*/ 117541 h 290152"/>
                <a:gd name="T90" fmla="*/ 564936 w 290151"/>
                <a:gd name="T91" fmla="*/ 73162 h 290152"/>
                <a:gd name="T92" fmla="*/ 203908 w 290151"/>
                <a:gd name="T93" fmla="*/ 29981 h 290152"/>
                <a:gd name="T94" fmla="*/ 28789 w 290151"/>
                <a:gd name="T95" fmla="*/ 73162 h 290152"/>
                <a:gd name="T96" fmla="*/ 73164 w 290151"/>
                <a:gd name="T97" fmla="*/ 935558 h 290152"/>
                <a:gd name="T98" fmla="*/ 740058 w 290151"/>
                <a:gd name="T99" fmla="*/ 892375 h 290152"/>
                <a:gd name="T100" fmla="*/ 638105 w 290151"/>
                <a:gd name="T101" fmla="*/ 867192 h 290152"/>
                <a:gd name="T102" fmla="*/ 638105 w 290151"/>
                <a:gd name="T103" fmla="*/ 215896 h 290152"/>
                <a:gd name="T104" fmla="*/ 740058 w 290151"/>
                <a:gd name="T105" fmla="*/ 73162 h 290152"/>
                <a:gd name="T106" fmla="*/ 593725 w 290151"/>
                <a:gd name="T107" fmla="*/ 29981 h 290152"/>
                <a:gd name="T108" fmla="*/ 521760 w 290151"/>
                <a:gd name="T109" fmla="*/ 146332 h 290152"/>
                <a:gd name="T110" fmla="*/ 175122 w 290151"/>
                <a:gd name="T111" fmla="*/ 73162 h 290152"/>
                <a:gd name="T112" fmla="*/ 73164 w 290151"/>
                <a:gd name="T113" fmla="*/ 29981 h 290152"/>
                <a:gd name="T114" fmla="*/ 696879 w 290151"/>
                <a:gd name="T115" fmla="*/ 0 h 290152"/>
                <a:gd name="T116" fmla="*/ 768846 w 290151"/>
                <a:gd name="T117" fmla="*/ 242285 h 290152"/>
                <a:gd name="T118" fmla="*/ 768846 w 290151"/>
                <a:gd name="T119" fmla="*/ 839599 h 290152"/>
                <a:gd name="T120" fmla="*/ 696879 w 290151"/>
                <a:gd name="T121" fmla="*/ 964341 h 290152"/>
                <a:gd name="T122" fmla="*/ 0 w 290151"/>
                <a:gd name="T123" fmla="*/ 892375 h 290152"/>
                <a:gd name="T124" fmla="*/ 73164 w 290151"/>
                <a:gd name="T125" fmla="*/ 0 h 29015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90151" h="290152">
                  <a:moveTo>
                    <a:pt x="34521" y="241300"/>
                  </a:moveTo>
                  <a:lnTo>
                    <a:pt x="111165" y="241300"/>
                  </a:lnTo>
                  <a:cubicBezTo>
                    <a:pt x="113708" y="241300"/>
                    <a:pt x="115524" y="243498"/>
                    <a:pt x="115524" y="246063"/>
                  </a:cubicBezTo>
                  <a:cubicBezTo>
                    <a:pt x="115524" y="248627"/>
                    <a:pt x="113708" y="250459"/>
                    <a:pt x="111165" y="250459"/>
                  </a:cubicBezTo>
                  <a:lnTo>
                    <a:pt x="34521" y="250459"/>
                  </a:lnTo>
                  <a:cubicBezTo>
                    <a:pt x="31978" y="250459"/>
                    <a:pt x="30162" y="248627"/>
                    <a:pt x="30162" y="246063"/>
                  </a:cubicBezTo>
                  <a:cubicBezTo>
                    <a:pt x="30162" y="243498"/>
                    <a:pt x="31978" y="241300"/>
                    <a:pt x="34521" y="241300"/>
                  </a:cubicBezTo>
                  <a:close/>
                  <a:moveTo>
                    <a:pt x="75707" y="207963"/>
                  </a:moveTo>
                  <a:lnTo>
                    <a:pt x="87449" y="207963"/>
                  </a:lnTo>
                  <a:cubicBezTo>
                    <a:pt x="89584" y="207963"/>
                    <a:pt x="91719" y="210161"/>
                    <a:pt x="91719" y="212725"/>
                  </a:cubicBezTo>
                  <a:cubicBezTo>
                    <a:pt x="91719" y="215290"/>
                    <a:pt x="89584" y="217121"/>
                    <a:pt x="87449" y="217121"/>
                  </a:cubicBezTo>
                  <a:lnTo>
                    <a:pt x="75707" y="217121"/>
                  </a:lnTo>
                  <a:cubicBezTo>
                    <a:pt x="73216" y="217121"/>
                    <a:pt x="71437" y="215290"/>
                    <a:pt x="71437" y="212725"/>
                  </a:cubicBezTo>
                  <a:cubicBezTo>
                    <a:pt x="71437" y="210161"/>
                    <a:pt x="73216" y="207963"/>
                    <a:pt x="75707" y="207963"/>
                  </a:cubicBezTo>
                  <a:close/>
                  <a:moveTo>
                    <a:pt x="34539" y="207963"/>
                  </a:moveTo>
                  <a:lnTo>
                    <a:pt x="52409" y="207963"/>
                  </a:lnTo>
                  <a:cubicBezTo>
                    <a:pt x="54962" y="207963"/>
                    <a:pt x="56786" y="210161"/>
                    <a:pt x="56786" y="212725"/>
                  </a:cubicBezTo>
                  <a:cubicBezTo>
                    <a:pt x="56786" y="215290"/>
                    <a:pt x="54962" y="217121"/>
                    <a:pt x="52409" y="217121"/>
                  </a:cubicBezTo>
                  <a:lnTo>
                    <a:pt x="34539" y="217121"/>
                  </a:lnTo>
                  <a:cubicBezTo>
                    <a:pt x="31986" y="217121"/>
                    <a:pt x="30162" y="215290"/>
                    <a:pt x="30162" y="212725"/>
                  </a:cubicBezTo>
                  <a:cubicBezTo>
                    <a:pt x="30162" y="210161"/>
                    <a:pt x="31986" y="207963"/>
                    <a:pt x="34539" y="207963"/>
                  </a:cubicBezTo>
                  <a:close/>
                  <a:moveTo>
                    <a:pt x="162398" y="189465"/>
                  </a:moveTo>
                  <a:lnTo>
                    <a:pt x="121979" y="218336"/>
                  </a:lnTo>
                  <a:cubicBezTo>
                    <a:pt x="138219" y="238906"/>
                    <a:pt x="163481" y="252259"/>
                    <a:pt x="191991" y="252259"/>
                  </a:cubicBezTo>
                  <a:cubicBezTo>
                    <a:pt x="213283" y="252259"/>
                    <a:pt x="233132" y="244681"/>
                    <a:pt x="248289" y="232049"/>
                  </a:cubicBezTo>
                  <a:lnTo>
                    <a:pt x="215087" y="194878"/>
                  </a:lnTo>
                  <a:cubicBezTo>
                    <a:pt x="208591" y="199570"/>
                    <a:pt x="200652" y="202457"/>
                    <a:pt x="191991" y="202457"/>
                  </a:cubicBezTo>
                  <a:cubicBezTo>
                    <a:pt x="180442" y="202457"/>
                    <a:pt x="169616" y="197404"/>
                    <a:pt x="162398" y="189465"/>
                  </a:cubicBezTo>
                  <a:close/>
                  <a:moveTo>
                    <a:pt x="34468" y="174625"/>
                  </a:moveTo>
                  <a:lnTo>
                    <a:pt x="77886" y="174625"/>
                  </a:lnTo>
                  <a:cubicBezTo>
                    <a:pt x="80397" y="174625"/>
                    <a:pt x="82191" y="176530"/>
                    <a:pt x="82191" y="179197"/>
                  </a:cubicBezTo>
                  <a:cubicBezTo>
                    <a:pt x="82191" y="181864"/>
                    <a:pt x="80397" y="183769"/>
                    <a:pt x="77886" y="183769"/>
                  </a:cubicBezTo>
                  <a:lnTo>
                    <a:pt x="34468" y="183769"/>
                  </a:lnTo>
                  <a:cubicBezTo>
                    <a:pt x="31956" y="183769"/>
                    <a:pt x="30162" y="181864"/>
                    <a:pt x="30162" y="179197"/>
                  </a:cubicBezTo>
                  <a:cubicBezTo>
                    <a:pt x="30162" y="176530"/>
                    <a:pt x="31956" y="174625"/>
                    <a:pt x="34468" y="174625"/>
                  </a:cubicBezTo>
                  <a:close/>
                  <a:moveTo>
                    <a:pt x="34468" y="142875"/>
                  </a:moveTo>
                  <a:lnTo>
                    <a:pt x="77886" y="142875"/>
                  </a:lnTo>
                  <a:cubicBezTo>
                    <a:pt x="80397" y="142875"/>
                    <a:pt x="82191" y="144780"/>
                    <a:pt x="82191" y="147447"/>
                  </a:cubicBezTo>
                  <a:cubicBezTo>
                    <a:pt x="82191" y="150114"/>
                    <a:pt x="80397" y="152019"/>
                    <a:pt x="77886" y="152019"/>
                  </a:cubicBezTo>
                  <a:lnTo>
                    <a:pt x="34468" y="152019"/>
                  </a:lnTo>
                  <a:cubicBezTo>
                    <a:pt x="31956" y="152019"/>
                    <a:pt x="30162" y="150114"/>
                    <a:pt x="30162" y="147447"/>
                  </a:cubicBezTo>
                  <a:cubicBezTo>
                    <a:pt x="30162" y="144780"/>
                    <a:pt x="31956" y="142875"/>
                    <a:pt x="34468" y="142875"/>
                  </a:cubicBezTo>
                  <a:close/>
                  <a:moveTo>
                    <a:pt x="191991" y="132084"/>
                  </a:moveTo>
                  <a:cubicBezTo>
                    <a:pt x="175029" y="132084"/>
                    <a:pt x="160955" y="145798"/>
                    <a:pt x="160955" y="162759"/>
                  </a:cubicBezTo>
                  <a:cubicBezTo>
                    <a:pt x="160955" y="179721"/>
                    <a:pt x="175029" y="193795"/>
                    <a:pt x="191991" y="193795"/>
                  </a:cubicBezTo>
                  <a:cubicBezTo>
                    <a:pt x="208952" y="193795"/>
                    <a:pt x="222666" y="179721"/>
                    <a:pt x="222666" y="162759"/>
                  </a:cubicBezTo>
                  <a:cubicBezTo>
                    <a:pt x="222666" y="145798"/>
                    <a:pt x="208952" y="132084"/>
                    <a:pt x="191991" y="132084"/>
                  </a:cubicBezTo>
                  <a:close/>
                  <a:moveTo>
                    <a:pt x="34482" y="109538"/>
                  </a:moveTo>
                  <a:lnTo>
                    <a:pt x="87396" y="109538"/>
                  </a:lnTo>
                  <a:cubicBezTo>
                    <a:pt x="89556" y="109538"/>
                    <a:pt x="91715" y="111443"/>
                    <a:pt x="91715" y="114110"/>
                  </a:cubicBezTo>
                  <a:cubicBezTo>
                    <a:pt x="91715" y="116777"/>
                    <a:pt x="89556" y="118682"/>
                    <a:pt x="87396" y="118682"/>
                  </a:cubicBezTo>
                  <a:lnTo>
                    <a:pt x="34482" y="118682"/>
                  </a:lnTo>
                  <a:cubicBezTo>
                    <a:pt x="31962" y="118682"/>
                    <a:pt x="30162" y="116777"/>
                    <a:pt x="30162" y="114110"/>
                  </a:cubicBezTo>
                  <a:cubicBezTo>
                    <a:pt x="30162" y="111443"/>
                    <a:pt x="31962" y="109538"/>
                    <a:pt x="34482" y="109538"/>
                  </a:cubicBezTo>
                  <a:close/>
                  <a:moveTo>
                    <a:pt x="259476" y="105017"/>
                  </a:moveTo>
                  <a:lnTo>
                    <a:pt x="223388" y="139302"/>
                  </a:lnTo>
                  <a:cubicBezTo>
                    <a:pt x="228440" y="145798"/>
                    <a:pt x="231327" y="154098"/>
                    <a:pt x="231327" y="162759"/>
                  </a:cubicBezTo>
                  <a:cubicBezTo>
                    <a:pt x="231327" y="172864"/>
                    <a:pt x="227718" y="181886"/>
                    <a:pt x="221583" y="189104"/>
                  </a:cubicBezTo>
                  <a:lnTo>
                    <a:pt x="255146" y="226275"/>
                  </a:lnTo>
                  <a:cubicBezTo>
                    <a:pt x="271385" y="210035"/>
                    <a:pt x="281129" y="187299"/>
                    <a:pt x="281129" y="162759"/>
                  </a:cubicBezTo>
                  <a:cubicBezTo>
                    <a:pt x="281129" y="140745"/>
                    <a:pt x="273190" y="120175"/>
                    <a:pt x="259476" y="105017"/>
                  </a:cubicBezTo>
                  <a:close/>
                  <a:moveTo>
                    <a:pt x="80513" y="77788"/>
                  </a:moveTo>
                  <a:lnTo>
                    <a:pt x="109628" y="77788"/>
                  </a:lnTo>
                  <a:cubicBezTo>
                    <a:pt x="112144" y="77788"/>
                    <a:pt x="113941" y="79693"/>
                    <a:pt x="113941" y="82360"/>
                  </a:cubicBezTo>
                  <a:cubicBezTo>
                    <a:pt x="113941" y="85027"/>
                    <a:pt x="112144" y="86932"/>
                    <a:pt x="109628" y="86932"/>
                  </a:cubicBezTo>
                  <a:lnTo>
                    <a:pt x="80513" y="86932"/>
                  </a:lnTo>
                  <a:cubicBezTo>
                    <a:pt x="78357" y="86932"/>
                    <a:pt x="76200" y="85027"/>
                    <a:pt x="76200" y="82360"/>
                  </a:cubicBezTo>
                  <a:cubicBezTo>
                    <a:pt x="76200" y="79693"/>
                    <a:pt x="78357" y="77788"/>
                    <a:pt x="80513" y="77788"/>
                  </a:cubicBezTo>
                  <a:close/>
                  <a:moveTo>
                    <a:pt x="34396" y="77788"/>
                  </a:moveTo>
                  <a:lnTo>
                    <a:pt x="57326" y="77788"/>
                  </a:lnTo>
                  <a:cubicBezTo>
                    <a:pt x="59796" y="77788"/>
                    <a:pt x="61559" y="79693"/>
                    <a:pt x="61559" y="82360"/>
                  </a:cubicBezTo>
                  <a:cubicBezTo>
                    <a:pt x="61559" y="85027"/>
                    <a:pt x="59796" y="86932"/>
                    <a:pt x="57326" y="86932"/>
                  </a:cubicBezTo>
                  <a:lnTo>
                    <a:pt x="34396" y="86932"/>
                  </a:lnTo>
                  <a:cubicBezTo>
                    <a:pt x="31926" y="86932"/>
                    <a:pt x="30162" y="85027"/>
                    <a:pt x="30162" y="82360"/>
                  </a:cubicBezTo>
                  <a:cubicBezTo>
                    <a:pt x="30162" y="79693"/>
                    <a:pt x="31926" y="77788"/>
                    <a:pt x="34396" y="77788"/>
                  </a:cubicBezTo>
                  <a:close/>
                  <a:moveTo>
                    <a:pt x="196321" y="73620"/>
                  </a:moveTo>
                  <a:lnTo>
                    <a:pt x="196321" y="123423"/>
                  </a:lnTo>
                  <a:cubicBezTo>
                    <a:pt x="204261" y="124505"/>
                    <a:pt x="211479" y="127753"/>
                    <a:pt x="217614" y="132445"/>
                  </a:cubicBezTo>
                  <a:lnTo>
                    <a:pt x="253702" y="98161"/>
                  </a:lnTo>
                  <a:cubicBezTo>
                    <a:pt x="238545" y="83725"/>
                    <a:pt x="218696" y="74703"/>
                    <a:pt x="196321" y="73620"/>
                  </a:cubicBezTo>
                  <a:close/>
                  <a:moveTo>
                    <a:pt x="187660" y="73620"/>
                  </a:moveTo>
                  <a:cubicBezTo>
                    <a:pt x="140384" y="76147"/>
                    <a:pt x="102491" y="115122"/>
                    <a:pt x="102491" y="162759"/>
                  </a:cubicBezTo>
                  <a:cubicBezTo>
                    <a:pt x="102491" y="180804"/>
                    <a:pt x="107905" y="197404"/>
                    <a:pt x="116927" y="211118"/>
                  </a:cubicBezTo>
                  <a:lnTo>
                    <a:pt x="157346" y="182247"/>
                  </a:lnTo>
                  <a:cubicBezTo>
                    <a:pt x="154098" y="176473"/>
                    <a:pt x="152293" y="169977"/>
                    <a:pt x="152293" y="162759"/>
                  </a:cubicBezTo>
                  <a:cubicBezTo>
                    <a:pt x="152293" y="142550"/>
                    <a:pt x="167812" y="125588"/>
                    <a:pt x="187660" y="123423"/>
                  </a:cubicBezTo>
                  <a:lnTo>
                    <a:pt x="187660" y="73620"/>
                  </a:lnTo>
                  <a:close/>
                  <a:moveTo>
                    <a:pt x="61351" y="9022"/>
                  </a:moveTo>
                  <a:lnTo>
                    <a:pt x="61351" y="22014"/>
                  </a:lnTo>
                  <a:cubicBezTo>
                    <a:pt x="61351" y="29231"/>
                    <a:pt x="67486" y="35367"/>
                    <a:pt x="74703" y="35367"/>
                  </a:cubicBezTo>
                  <a:lnTo>
                    <a:pt x="156985" y="35367"/>
                  </a:lnTo>
                  <a:cubicBezTo>
                    <a:pt x="164203" y="35367"/>
                    <a:pt x="169977" y="29231"/>
                    <a:pt x="169977" y="22014"/>
                  </a:cubicBezTo>
                  <a:lnTo>
                    <a:pt x="169977" y="9022"/>
                  </a:lnTo>
                  <a:lnTo>
                    <a:pt x="61351" y="9022"/>
                  </a:lnTo>
                  <a:close/>
                  <a:moveTo>
                    <a:pt x="22014" y="9022"/>
                  </a:moveTo>
                  <a:cubicBezTo>
                    <a:pt x="14435" y="9022"/>
                    <a:pt x="8661" y="14796"/>
                    <a:pt x="8661" y="22014"/>
                  </a:cubicBezTo>
                  <a:lnTo>
                    <a:pt x="8661" y="268499"/>
                  </a:lnTo>
                  <a:cubicBezTo>
                    <a:pt x="8661" y="275717"/>
                    <a:pt x="14435" y="281491"/>
                    <a:pt x="22014" y="281491"/>
                  </a:cubicBezTo>
                  <a:lnTo>
                    <a:pt x="209674" y="281491"/>
                  </a:lnTo>
                  <a:cubicBezTo>
                    <a:pt x="216892" y="281491"/>
                    <a:pt x="222666" y="275717"/>
                    <a:pt x="222666" y="268499"/>
                  </a:cubicBezTo>
                  <a:lnTo>
                    <a:pt x="222666" y="255868"/>
                  </a:lnTo>
                  <a:cubicBezTo>
                    <a:pt x="212922" y="259477"/>
                    <a:pt x="202456" y="260921"/>
                    <a:pt x="191991" y="260921"/>
                  </a:cubicBezTo>
                  <a:cubicBezTo>
                    <a:pt x="137858" y="260921"/>
                    <a:pt x="93830" y="216892"/>
                    <a:pt x="93830" y="162759"/>
                  </a:cubicBezTo>
                  <a:cubicBezTo>
                    <a:pt x="93830" y="108626"/>
                    <a:pt x="137858" y="64959"/>
                    <a:pt x="191991" y="64959"/>
                  </a:cubicBezTo>
                  <a:cubicBezTo>
                    <a:pt x="202456" y="64959"/>
                    <a:pt x="212922" y="66403"/>
                    <a:pt x="222666" y="69651"/>
                  </a:cubicBezTo>
                  <a:lnTo>
                    <a:pt x="222666" y="22014"/>
                  </a:lnTo>
                  <a:cubicBezTo>
                    <a:pt x="222666" y="14796"/>
                    <a:pt x="216892" y="9022"/>
                    <a:pt x="209674" y="9022"/>
                  </a:cubicBezTo>
                  <a:lnTo>
                    <a:pt x="178638" y="9022"/>
                  </a:lnTo>
                  <a:lnTo>
                    <a:pt x="178638" y="22014"/>
                  </a:lnTo>
                  <a:cubicBezTo>
                    <a:pt x="178638" y="34284"/>
                    <a:pt x="168894" y="44028"/>
                    <a:pt x="156985" y="44028"/>
                  </a:cubicBezTo>
                  <a:lnTo>
                    <a:pt x="74703" y="44028"/>
                  </a:lnTo>
                  <a:cubicBezTo>
                    <a:pt x="62433" y="44028"/>
                    <a:pt x="52689" y="34284"/>
                    <a:pt x="52689" y="22014"/>
                  </a:cubicBezTo>
                  <a:lnTo>
                    <a:pt x="52689" y="9022"/>
                  </a:lnTo>
                  <a:lnTo>
                    <a:pt x="22014" y="9022"/>
                  </a:lnTo>
                  <a:close/>
                  <a:moveTo>
                    <a:pt x="22014" y="0"/>
                  </a:moveTo>
                  <a:lnTo>
                    <a:pt x="209674" y="0"/>
                  </a:lnTo>
                  <a:cubicBezTo>
                    <a:pt x="221583" y="0"/>
                    <a:pt x="231327" y="10105"/>
                    <a:pt x="231327" y="22014"/>
                  </a:cubicBezTo>
                  <a:lnTo>
                    <a:pt x="231327" y="72899"/>
                  </a:lnTo>
                  <a:cubicBezTo>
                    <a:pt x="265972" y="88417"/>
                    <a:pt x="290151" y="122701"/>
                    <a:pt x="290151" y="162759"/>
                  </a:cubicBezTo>
                  <a:cubicBezTo>
                    <a:pt x="290151" y="202818"/>
                    <a:pt x="265972" y="237463"/>
                    <a:pt x="231327" y="252620"/>
                  </a:cubicBezTo>
                  <a:lnTo>
                    <a:pt x="231327" y="268499"/>
                  </a:lnTo>
                  <a:cubicBezTo>
                    <a:pt x="231327" y="280408"/>
                    <a:pt x="221583" y="290152"/>
                    <a:pt x="209674" y="290152"/>
                  </a:cubicBezTo>
                  <a:lnTo>
                    <a:pt x="22014" y="290152"/>
                  </a:lnTo>
                  <a:cubicBezTo>
                    <a:pt x="9744" y="290152"/>
                    <a:pt x="0" y="280408"/>
                    <a:pt x="0" y="268499"/>
                  </a:cubicBezTo>
                  <a:lnTo>
                    <a:pt x="0" y="22014"/>
                  </a:lnTo>
                  <a:cubicBezTo>
                    <a:pt x="0" y="10105"/>
                    <a:pt x="9744" y="0"/>
                    <a:pt x="2201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endParaRPr lang="en-US" dirty="0">
                <a:latin typeface="Lato Light" panose="020F0502020204030203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9C90421-E7E9-8105-F7D4-53B6F6ABA5D7}"/>
                </a:ext>
              </a:extLst>
            </p:cNvPr>
            <p:cNvSpPr txBox="1"/>
            <p:nvPr/>
          </p:nvSpPr>
          <p:spPr>
            <a:xfrm>
              <a:off x="17835899" y="1130300"/>
              <a:ext cx="4641014" cy="461665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2400" b="1" dirty="0">
                  <a:solidFill>
                    <a:schemeClr val="tx2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CANTIDAD DE SUSCRIPTORES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769D08C-AA95-F5F7-1CA6-75F3248B50A0}"/>
                </a:ext>
              </a:extLst>
            </p:cNvPr>
            <p:cNvSpPr txBox="1"/>
            <p:nvPr/>
          </p:nvSpPr>
          <p:spPr>
            <a:xfrm>
              <a:off x="17340571" y="1533448"/>
              <a:ext cx="5054286" cy="113269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6000" b="1" dirty="0">
                  <a:solidFill>
                    <a:schemeClr val="accent3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    10.422.900</a:t>
              </a:r>
            </a:p>
          </p:txBody>
        </p:sp>
      </p:grpSp>
      <p:sp>
        <p:nvSpPr>
          <p:cNvPr id="38" name="Freeform 1013">
            <a:extLst>
              <a:ext uri="{FF2B5EF4-FFF2-40B4-BE49-F238E27FC236}">
                <a16:creationId xmlns:a16="http://schemas.microsoft.com/office/drawing/2014/main" id="{369181C5-A892-2D05-AAD6-897F249C0B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09788" y="8290609"/>
            <a:ext cx="538152" cy="538152"/>
          </a:xfrm>
          <a:custGeom>
            <a:avLst/>
            <a:gdLst>
              <a:gd name="T0" fmla="*/ 764868 w 290152"/>
              <a:gd name="T1" fmla="*/ 869894 h 290151"/>
              <a:gd name="T2" fmla="*/ 633820 w 290152"/>
              <a:gd name="T3" fmla="*/ 740029 h 290151"/>
              <a:gd name="T4" fmla="*/ 398583 w 290152"/>
              <a:gd name="T5" fmla="*/ 555759 h 290151"/>
              <a:gd name="T6" fmla="*/ 594568 w 290152"/>
              <a:gd name="T7" fmla="*/ 613036 h 290151"/>
              <a:gd name="T8" fmla="*/ 479842 w 290152"/>
              <a:gd name="T9" fmla="*/ 397060 h 290151"/>
              <a:gd name="T10" fmla="*/ 479842 w 290152"/>
              <a:gd name="T11" fmla="*/ 397060 h 290151"/>
              <a:gd name="T12" fmla="*/ 568275 w 290152"/>
              <a:gd name="T13" fmla="*/ 547407 h 290151"/>
              <a:gd name="T14" fmla="*/ 683006 w 290152"/>
              <a:gd name="T15" fmla="*/ 307568 h 290151"/>
              <a:gd name="T16" fmla="*/ 663880 w 290152"/>
              <a:gd name="T17" fmla="*/ 286086 h 290151"/>
              <a:gd name="T18" fmla="*/ 255177 w 290152"/>
              <a:gd name="T19" fmla="*/ 622582 h 290151"/>
              <a:gd name="T20" fmla="*/ 465503 w 290152"/>
              <a:gd name="T21" fmla="*/ 213299 h 290151"/>
              <a:gd name="T22" fmla="*/ 899307 w 290152"/>
              <a:gd name="T23" fmla="*/ 603489 h 290151"/>
              <a:gd name="T24" fmla="*/ 571864 w 290152"/>
              <a:gd name="T25" fmla="*/ 751453 h 290151"/>
              <a:gd name="T26" fmla="*/ 957864 w 290152"/>
              <a:gd name="T27" fmla="*/ 780088 h 290151"/>
              <a:gd name="T28" fmla="*/ 184660 w 290152"/>
              <a:gd name="T29" fmla="*/ 479395 h 290151"/>
              <a:gd name="T30" fmla="*/ 555330 w 290152"/>
              <a:gd name="T31" fmla="*/ 38373 h 290151"/>
              <a:gd name="T32" fmla="*/ 664480 w 290152"/>
              <a:gd name="T33" fmla="*/ 43176 h 290151"/>
              <a:gd name="T34" fmla="*/ 767626 w 290152"/>
              <a:gd name="T35" fmla="*/ 134333 h 290151"/>
              <a:gd name="T36" fmla="*/ 859984 w 290152"/>
              <a:gd name="T37" fmla="*/ 193107 h 290151"/>
              <a:gd name="T38" fmla="*/ 859984 w 290152"/>
              <a:gd name="T39" fmla="*/ 349033 h 290151"/>
              <a:gd name="T40" fmla="*/ 964330 w 290152"/>
              <a:gd name="T41" fmla="*/ 516956 h 290151"/>
              <a:gd name="T42" fmla="*/ 883974 w 290152"/>
              <a:gd name="T43" fmla="*/ 526549 h 290151"/>
              <a:gd name="T44" fmla="*/ 925950 w 290152"/>
              <a:gd name="T45" fmla="*/ 437792 h 290151"/>
              <a:gd name="T46" fmla="*/ 834800 w 290152"/>
              <a:gd name="T47" fmla="*/ 329842 h 290151"/>
              <a:gd name="T48" fmla="*/ 851588 w 290152"/>
              <a:gd name="T49" fmla="*/ 221889 h 290151"/>
              <a:gd name="T50" fmla="*/ 714858 w 290152"/>
              <a:gd name="T51" fmla="*/ 191906 h 290151"/>
              <a:gd name="T52" fmla="*/ 738846 w 290152"/>
              <a:gd name="T53" fmla="*/ 106745 h 290151"/>
              <a:gd name="T54" fmla="*/ 634494 w 290152"/>
              <a:gd name="T55" fmla="*/ 129541 h 290151"/>
              <a:gd name="T56" fmla="*/ 526549 w 290152"/>
              <a:gd name="T57" fmla="*/ 38373 h 290151"/>
              <a:gd name="T58" fmla="*/ 437782 w 290152"/>
              <a:gd name="T59" fmla="*/ 100754 h 290151"/>
              <a:gd name="T60" fmla="*/ 298654 w 290152"/>
              <a:gd name="T61" fmla="*/ 75554 h 290151"/>
              <a:gd name="T62" fmla="*/ 221888 w 290152"/>
              <a:gd name="T63" fmla="*/ 118746 h 290151"/>
              <a:gd name="T64" fmla="*/ 173910 w 290152"/>
              <a:gd name="T65" fmla="*/ 253078 h 290151"/>
              <a:gd name="T66" fmla="*/ 73156 w 290152"/>
              <a:gd name="T67" fmla="*/ 285463 h 290151"/>
              <a:gd name="T68" fmla="*/ 116352 w 290152"/>
              <a:gd name="T69" fmla="*/ 425796 h 290151"/>
              <a:gd name="T70" fmla="*/ 28789 w 290152"/>
              <a:gd name="T71" fmla="*/ 516956 h 290151"/>
              <a:gd name="T72" fmla="*/ 136729 w 290152"/>
              <a:gd name="T73" fmla="*/ 616506 h 290151"/>
              <a:gd name="T74" fmla="*/ 73156 w 290152"/>
              <a:gd name="T75" fmla="*/ 677681 h 290151"/>
              <a:gd name="T76" fmla="*/ 173910 w 290152"/>
              <a:gd name="T77" fmla="*/ 711267 h 290151"/>
              <a:gd name="T78" fmla="*/ 221888 w 290152"/>
              <a:gd name="T79" fmla="*/ 844400 h 290151"/>
              <a:gd name="T80" fmla="*/ 329840 w 290152"/>
              <a:gd name="T81" fmla="*/ 833606 h 290151"/>
              <a:gd name="T82" fmla="*/ 437782 w 290152"/>
              <a:gd name="T83" fmla="*/ 925961 h 290151"/>
              <a:gd name="T84" fmla="*/ 526549 w 290152"/>
              <a:gd name="T85" fmla="*/ 882782 h 290151"/>
              <a:gd name="T86" fmla="*/ 516952 w 290152"/>
              <a:gd name="T87" fmla="*/ 964341 h 290151"/>
              <a:gd name="T88" fmla="*/ 349029 w 290152"/>
              <a:gd name="T89" fmla="*/ 858792 h 290151"/>
              <a:gd name="T90" fmla="*/ 196708 w 290152"/>
              <a:gd name="T91" fmla="*/ 831207 h 290151"/>
              <a:gd name="T92" fmla="*/ 105556 w 290152"/>
              <a:gd name="T93" fmla="*/ 771236 h 290151"/>
              <a:gd name="T94" fmla="*/ 61171 w 290152"/>
              <a:gd name="T95" fmla="*/ 640496 h 290151"/>
              <a:gd name="T96" fmla="*/ 0 w 290152"/>
              <a:gd name="T97" fmla="*/ 516956 h 290151"/>
              <a:gd name="T98" fmla="*/ 105556 w 290152"/>
              <a:gd name="T99" fmla="*/ 349033 h 290151"/>
              <a:gd name="T100" fmla="*/ 105556 w 290152"/>
              <a:gd name="T101" fmla="*/ 193107 h 290151"/>
              <a:gd name="T102" fmla="*/ 196708 w 290152"/>
              <a:gd name="T103" fmla="*/ 134333 h 290151"/>
              <a:gd name="T104" fmla="*/ 323842 w 290152"/>
              <a:gd name="T105" fmla="*/ 59974 h 290151"/>
              <a:gd name="T106" fmla="*/ 447382 w 290152"/>
              <a:gd name="T107" fmla="*/ 0 h 290151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0" t="0" r="r" b="b"/>
            <a:pathLst>
              <a:path w="290152" h="290151">
                <a:moveTo>
                  <a:pt x="281039" y="198284"/>
                </a:moveTo>
                <a:cubicBezTo>
                  <a:pt x="282473" y="196850"/>
                  <a:pt x="285341" y="196850"/>
                  <a:pt x="287133" y="198284"/>
                </a:cubicBezTo>
                <a:cubicBezTo>
                  <a:pt x="288567" y="200076"/>
                  <a:pt x="288567" y="202586"/>
                  <a:pt x="287133" y="204378"/>
                </a:cubicBezTo>
                <a:lnTo>
                  <a:pt x="230137" y="261733"/>
                </a:lnTo>
                <a:cubicBezTo>
                  <a:pt x="229061" y="262450"/>
                  <a:pt x="227986" y="263167"/>
                  <a:pt x="226911" y="263167"/>
                </a:cubicBezTo>
                <a:cubicBezTo>
                  <a:pt x="225835" y="263167"/>
                  <a:pt x="224401" y="262450"/>
                  <a:pt x="223684" y="261733"/>
                </a:cubicBezTo>
                <a:lnTo>
                  <a:pt x="190706" y="228754"/>
                </a:lnTo>
                <a:cubicBezTo>
                  <a:pt x="188913" y="226962"/>
                  <a:pt x="188913" y="224094"/>
                  <a:pt x="190706" y="222660"/>
                </a:cubicBezTo>
                <a:cubicBezTo>
                  <a:pt x="192498" y="220868"/>
                  <a:pt x="195366" y="220868"/>
                  <a:pt x="196800" y="222660"/>
                </a:cubicBezTo>
                <a:lnTo>
                  <a:pt x="226911" y="252413"/>
                </a:lnTo>
                <a:lnTo>
                  <a:pt x="281039" y="198284"/>
                </a:lnTo>
                <a:close/>
                <a:moveTo>
                  <a:pt x="119926" y="167217"/>
                </a:moveTo>
                <a:lnTo>
                  <a:pt x="81811" y="194502"/>
                </a:lnTo>
                <a:cubicBezTo>
                  <a:pt x="96554" y="212813"/>
                  <a:pt x="119207" y="224302"/>
                  <a:pt x="144377" y="224302"/>
                </a:cubicBezTo>
                <a:cubicBezTo>
                  <a:pt x="151209" y="224302"/>
                  <a:pt x="157322" y="223584"/>
                  <a:pt x="163434" y="222148"/>
                </a:cubicBezTo>
                <a:cubicBezTo>
                  <a:pt x="164153" y="207787"/>
                  <a:pt x="169907" y="194862"/>
                  <a:pt x="178896" y="184450"/>
                </a:cubicBezTo>
                <a:lnTo>
                  <a:pt x="164873" y="170807"/>
                </a:lnTo>
                <a:cubicBezTo>
                  <a:pt x="159119" y="175115"/>
                  <a:pt x="152288" y="177629"/>
                  <a:pt x="144377" y="177629"/>
                </a:cubicBezTo>
                <a:cubicBezTo>
                  <a:pt x="134669" y="177629"/>
                  <a:pt x="126039" y="173679"/>
                  <a:pt x="119926" y="167217"/>
                </a:cubicBezTo>
                <a:close/>
                <a:moveTo>
                  <a:pt x="144377" y="119467"/>
                </a:moveTo>
                <a:cubicBezTo>
                  <a:pt x="130713" y="119467"/>
                  <a:pt x="119567" y="130597"/>
                  <a:pt x="119567" y="144240"/>
                </a:cubicBezTo>
                <a:cubicBezTo>
                  <a:pt x="119567" y="157882"/>
                  <a:pt x="130713" y="169012"/>
                  <a:pt x="144377" y="169012"/>
                </a:cubicBezTo>
                <a:cubicBezTo>
                  <a:pt x="158041" y="169012"/>
                  <a:pt x="169187" y="157882"/>
                  <a:pt x="169187" y="144240"/>
                </a:cubicBezTo>
                <a:cubicBezTo>
                  <a:pt x="169187" y="130597"/>
                  <a:pt x="158041" y="119467"/>
                  <a:pt x="144377" y="119467"/>
                </a:cubicBezTo>
                <a:close/>
                <a:moveTo>
                  <a:pt x="205505" y="92541"/>
                </a:moveTo>
                <a:lnTo>
                  <a:pt x="171704" y="124494"/>
                </a:lnTo>
                <a:cubicBezTo>
                  <a:pt x="175660" y="129879"/>
                  <a:pt x="178177" y="137059"/>
                  <a:pt x="178177" y="144240"/>
                </a:cubicBezTo>
                <a:cubicBezTo>
                  <a:pt x="178177" y="151779"/>
                  <a:pt x="175300" y="158960"/>
                  <a:pt x="170985" y="164704"/>
                </a:cubicBezTo>
                <a:lnTo>
                  <a:pt x="185009" y="178706"/>
                </a:lnTo>
                <a:cubicBezTo>
                  <a:pt x="195077" y="169730"/>
                  <a:pt x="208022" y="164345"/>
                  <a:pt x="222404" y="163268"/>
                </a:cubicBezTo>
                <a:cubicBezTo>
                  <a:pt x="223843" y="157164"/>
                  <a:pt x="224921" y="151061"/>
                  <a:pt x="224921" y="144240"/>
                </a:cubicBezTo>
                <a:cubicBezTo>
                  <a:pt x="224921" y="124494"/>
                  <a:pt x="217730" y="106543"/>
                  <a:pt x="205505" y="92541"/>
                </a:cubicBezTo>
                <a:close/>
                <a:moveTo>
                  <a:pt x="148692" y="64178"/>
                </a:moveTo>
                <a:lnTo>
                  <a:pt x="148692" y="110851"/>
                </a:lnTo>
                <a:cubicBezTo>
                  <a:pt x="155164" y="111928"/>
                  <a:pt x="160917" y="114441"/>
                  <a:pt x="165592" y="118031"/>
                </a:cubicBezTo>
                <a:lnTo>
                  <a:pt x="199751" y="86078"/>
                </a:lnTo>
                <a:cubicBezTo>
                  <a:pt x="186087" y="73154"/>
                  <a:pt x="168468" y="65255"/>
                  <a:pt x="148692" y="64178"/>
                </a:cubicBezTo>
                <a:close/>
                <a:moveTo>
                  <a:pt x="140062" y="64178"/>
                </a:moveTo>
                <a:cubicBezTo>
                  <a:pt x="97992" y="66691"/>
                  <a:pt x="64192" y="101516"/>
                  <a:pt x="64192" y="144240"/>
                </a:cubicBezTo>
                <a:cubicBezTo>
                  <a:pt x="64192" y="160037"/>
                  <a:pt x="68867" y="175115"/>
                  <a:pt x="76777" y="187322"/>
                </a:cubicBezTo>
                <a:lnTo>
                  <a:pt x="114892" y="160037"/>
                </a:lnTo>
                <a:cubicBezTo>
                  <a:pt x="112375" y="155369"/>
                  <a:pt x="110937" y="149984"/>
                  <a:pt x="110937" y="144240"/>
                </a:cubicBezTo>
                <a:cubicBezTo>
                  <a:pt x="110937" y="127366"/>
                  <a:pt x="123522" y="113005"/>
                  <a:pt x="140062" y="110851"/>
                </a:cubicBezTo>
                <a:lnTo>
                  <a:pt x="140062" y="64178"/>
                </a:lnTo>
                <a:close/>
                <a:moveTo>
                  <a:pt x="144377" y="55562"/>
                </a:moveTo>
                <a:cubicBezTo>
                  <a:pt x="193639" y="55562"/>
                  <a:pt x="233551" y="95413"/>
                  <a:pt x="233551" y="144240"/>
                </a:cubicBezTo>
                <a:cubicBezTo>
                  <a:pt x="233551" y="151061"/>
                  <a:pt x="232472" y="157164"/>
                  <a:pt x="231394" y="163627"/>
                </a:cubicBezTo>
                <a:cubicBezTo>
                  <a:pt x="246136" y="164704"/>
                  <a:pt x="259800" y="170807"/>
                  <a:pt x="270587" y="181578"/>
                </a:cubicBezTo>
                <a:cubicBezTo>
                  <a:pt x="272025" y="183014"/>
                  <a:pt x="272025" y="185886"/>
                  <a:pt x="270587" y="187681"/>
                </a:cubicBezTo>
                <a:cubicBezTo>
                  <a:pt x="268789" y="189117"/>
                  <a:pt x="265553" y="189117"/>
                  <a:pt x="264115" y="187681"/>
                </a:cubicBezTo>
                <a:cubicBezTo>
                  <a:pt x="254047" y="177270"/>
                  <a:pt x="240383" y="171884"/>
                  <a:pt x="226000" y="171884"/>
                </a:cubicBezTo>
                <a:cubicBezTo>
                  <a:pt x="196156" y="171884"/>
                  <a:pt x="172064" y="196298"/>
                  <a:pt x="172064" y="226097"/>
                </a:cubicBezTo>
                <a:cubicBezTo>
                  <a:pt x="172064" y="255895"/>
                  <a:pt x="196156" y="279591"/>
                  <a:pt x="226000" y="279591"/>
                </a:cubicBezTo>
                <a:cubicBezTo>
                  <a:pt x="252968" y="279591"/>
                  <a:pt x="275981" y="259845"/>
                  <a:pt x="279576" y="233277"/>
                </a:cubicBezTo>
                <a:cubicBezTo>
                  <a:pt x="279936" y="231123"/>
                  <a:pt x="282093" y="229328"/>
                  <a:pt x="284610" y="229687"/>
                </a:cubicBezTo>
                <a:cubicBezTo>
                  <a:pt x="286768" y="230046"/>
                  <a:pt x="288566" y="232200"/>
                  <a:pt x="288206" y="234713"/>
                </a:cubicBezTo>
                <a:cubicBezTo>
                  <a:pt x="283891" y="265230"/>
                  <a:pt x="257283" y="288566"/>
                  <a:pt x="226000" y="288566"/>
                </a:cubicBezTo>
                <a:cubicBezTo>
                  <a:pt x="192920" y="288566"/>
                  <a:pt x="165951" y="263435"/>
                  <a:pt x="163434" y="231123"/>
                </a:cubicBezTo>
                <a:cubicBezTo>
                  <a:pt x="157322" y="232559"/>
                  <a:pt x="151209" y="233277"/>
                  <a:pt x="144377" y="233277"/>
                </a:cubicBezTo>
                <a:cubicBezTo>
                  <a:pt x="95475" y="233277"/>
                  <a:pt x="55563" y="193425"/>
                  <a:pt x="55563" y="144240"/>
                </a:cubicBezTo>
                <a:cubicBezTo>
                  <a:pt x="55563" y="95413"/>
                  <a:pt x="95475" y="55562"/>
                  <a:pt x="144377" y="55562"/>
                </a:cubicBezTo>
                <a:close/>
                <a:moveTo>
                  <a:pt x="134610" y="0"/>
                </a:moveTo>
                <a:lnTo>
                  <a:pt x="155542" y="0"/>
                </a:lnTo>
                <a:cubicBezTo>
                  <a:pt x="162037" y="0"/>
                  <a:pt x="167090" y="5052"/>
                  <a:pt x="167090" y="11548"/>
                </a:cubicBezTo>
                <a:lnTo>
                  <a:pt x="167090" y="26705"/>
                </a:lnTo>
                <a:cubicBezTo>
                  <a:pt x="173225" y="27788"/>
                  <a:pt x="179360" y="29592"/>
                  <a:pt x="185495" y="31397"/>
                </a:cubicBezTo>
                <a:lnTo>
                  <a:pt x="193074" y="18044"/>
                </a:lnTo>
                <a:cubicBezTo>
                  <a:pt x="194518" y="15879"/>
                  <a:pt x="197044" y="13713"/>
                  <a:pt x="199931" y="12992"/>
                </a:cubicBezTo>
                <a:cubicBezTo>
                  <a:pt x="202818" y="12270"/>
                  <a:pt x="205705" y="12631"/>
                  <a:pt x="208592" y="14074"/>
                </a:cubicBezTo>
                <a:lnTo>
                  <a:pt x="226636" y="24540"/>
                </a:lnTo>
                <a:cubicBezTo>
                  <a:pt x="229524" y="26344"/>
                  <a:pt x="231328" y="28510"/>
                  <a:pt x="232050" y="31397"/>
                </a:cubicBezTo>
                <a:cubicBezTo>
                  <a:pt x="233132" y="34645"/>
                  <a:pt x="232772" y="37893"/>
                  <a:pt x="230967" y="40419"/>
                </a:cubicBezTo>
                <a:lnTo>
                  <a:pt x="223388" y="53411"/>
                </a:lnTo>
                <a:cubicBezTo>
                  <a:pt x="228080" y="57741"/>
                  <a:pt x="232772" y="62072"/>
                  <a:pt x="236741" y="66763"/>
                </a:cubicBezTo>
                <a:lnTo>
                  <a:pt x="250094" y="59185"/>
                </a:lnTo>
                <a:cubicBezTo>
                  <a:pt x="252620" y="57741"/>
                  <a:pt x="255507" y="57019"/>
                  <a:pt x="258755" y="58102"/>
                </a:cubicBezTo>
                <a:cubicBezTo>
                  <a:pt x="261642" y="58824"/>
                  <a:pt x="263808" y="60628"/>
                  <a:pt x="265612" y="63515"/>
                </a:cubicBezTo>
                <a:lnTo>
                  <a:pt x="276078" y="81560"/>
                </a:lnTo>
                <a:cubicBezTo>
                  <a:pt x="279326" y="86973"/>
                  <a:pt x="277160" y="94191"/>
                  <a:pt x="271747" y="97439"/>
                </a:cubicBezTo>
                <a:lnTo>
                  <a:pt x="258755" y="105017"/>
                </a:lnTo>
                <a:cubicBezTo>
                  <a:pt x="260921" y="110791"/>
                  <a:pt x="262364" y="116926"/>
                  <a:pt x="263447" y="123061"/>
                </a:cubicBezTo>
                <a:lnTo>
                  <a:pt x="278604" y="123061"/>
                </a:lnTo>
                <a:cubicBezTo>
                  <a:pt x="285100" y="123061"/>
                  <a:pt x="290152" y="128114"/>
                  <a:pt x="290152" y="134610"/>
                </a:cubicBezTo>
                <a:lnTo>
                  <a:pt x="290152" y="155541"/>
                </a:lnTo>
                <a:cubicBezTo>
                  <a:pt x="290152" y="162037"/>
                  <a:pt x="285100" y="167089"/>
                  <a:pt x="278604" y="167089"/>
                </a:cubicBezTo>
                <a:lnTo>
                  <a:pt x="265973" y="167089"/>
                </a:lnTo>
                <a:cubicBezTo>
                  <a:pt x="263086" y="167089"/>
                  <a:pt x="261281" y="165285"/>
                  <a:pt x="261281" y="162398"/>
                </a:cubicBezTo>
                <a:cubicBezTo>
                  <a:pt x="261281" y="160232"/>
                  <a:pt x="263086" y="158428"/>
                  <a:pt x="265973" y="158428"/>
                </a:cubicBezTo>
                <a:lnTo>
                  <a:pt x="278604" y="158428"/>
                </a:lnTo>
                <a:cubicBezTo>
                  <a:pt x="280408" y="158428"/>
                  <a:pt x="281491" y="156985"/>
                  <a:pt x="281491" y="155541"/>
                </a:cubicBezTo>
                <a:lnTo>
                  <a:pt x="281491" y="134610"/>
                </a:lnTo>
                <a:cubicBezTo>
                  <a:pt x="281491" y="133166"/>
                  <a:pt x="280408" y="131723"/>
                  <a:pt x="278604" y="131723"/>
                </a:cubicBezTo>
                <a:lnTo>
                  <a:pt x="259838" y="131723"/>
                </a:lnTo>
                <a:cubicBezTo>
                  <a:pt x="257673" y="131723"/>
                  <a:pt x="255868" y="130279"/>
                  <a:pt x="255507" y="128114"/>
                </a:cubicBezTo>
                <a:cubicBezTo>
                  <a:pt x="254425" y="120174"/>
                  <a:pt x="252259" y="112235"/>
                  <a:pt x="249011" y="104656"/>
                </a:cubicBezTo>
                <a:cubicBezTo>
                  <a:pt x="248290" y="102491"/>
                  <a:pt x="249372" y="100326"/>
                  <a:pt x="251177" y="99243"/>
                </a:cubicBezTo>
                <a:lnTo>
                  <a:pt x="267417" y="89499"/>
                </a:lnTo>
                <a:cubicBezTo>
                  <a:pt x="268860" y="89138"/>
                  <a:pt x="269221" y="87334"/>
                  <a:pt x="268499" y="85890"/>
                </a:cubicBezTo>
                <a:lnTo>
                  <a:pt x="258034" y="67846"/>
                </a:lnTo>
                <a:cubicBezTo>
                  <a:pt x="257673" y="67124"/>
                  <a:pt x="256951" y="66763"/>
                  <a:pt x="256229" y="66763"/>
                </a:cubicBezTo>
                <a:cubicBezTo>
                  <a:pt x="255507" y="66402"/>
                  <a:pt x="254786" y="66763"/>
                  <a:pt x="254425" y="66763"/>
                </a:cubicBezTo>
                <a:lnTo>
                  <a:pt x="237824" y="76146"/>
                </a:lnTo>
                <a:cubicBezTo>
                  <a:pt x="236019" y="77229"/>
                  <a:pt x="233493" y="76868"/>
                  <a:pt x="232411" y="75064"/>
                </a:cubicBezTo>
                <a:cubicBezTo>
                  <a:pt x="226997" y="68929"/>
                  <a:pt x="221223" y="63155"/>
                  <a:pt x="215088" y="57741"/>
                </a:cubicBezTo>
                <a:cubicBezTo>
                  <a:pt x="213284" y="56659"/>
                  <a:pt x="212923" y="54132"/>
                  <a:pt x="214005" y="52328"/>
                </a:cubicBezTo>
                <a:lnTo>
                  <a:pt x="223388" y="35727"/>
                </a:lnTo>
                <a:cubicBezTo>
                  <a:pt x="223749" y="35006"/>
                  <a:pt x="223749" y="34645"/>
                  <a:pt x="223749" y="33923"/>
                </a:cubicBezTo>
                <a:cubicBezTo>
                  <a:pt x="223388" y="33201"/>
                  <a:pt x="223028" y="32479"/>
                  <a:pt x="222306" y="32118"/>
                </a:cubicBezTo>
                <a:lnTo>
                  <a:pt x="204262" y="21653"/>
                </a:lnTo>
                <a:cubicBezTo>
                  <a:pt x="203540" y="21292"/>
                  <a:pt x="202818" y="21292"/>
                  <a:pt x="202096" y="21292"/>
                </a:cubicBezTo>
                <a:cubicBezTo>
                  <a:pt x="201374" y="21653"/>
                  <a:pt x="201014" y="22014"/>
                  <a:pt x="200653" y="22735"/>
                </a:cubicBezTo>
                <a:lnTo>
                  <a:pt x="190909" y="38975"/>
                </a:lnTo>
                <a:cubicBezTo>
                  <a:pt x="189826" y="40780"/>
                  <a:pt x="187660" y="41862"/>
                  <a:pt x="185856" y="40780"/>
                </a:cubicBezTo>
                <a:cubicBezTo>
                  <a:pt x="178277" y="37893"/>
                  <a:pt x="169977" y="35727"/>
                  <a:pt x="162037" y="34645"/>
                </a:cubicBezTo>
                <a:cubicBezTo>
                  <a:pt x="159872" y="34284"/>
                  <a:pt x="158429" y="32479"/>
                  <a:pt x="158429" y="30314"/>
                </a:cubicBezTo>
                <a:lnTo>
                  <a:pt x="158429" y="11548"/>
                </a:lnTo>
                <a:cubicBezTo>
                  <a:pt x="158429" y="9744"/>
                  <a:pt x="156985" y="8661"/>
                  <a:pt x="155542" y="8661"/>
                </a:cubicBezTo>
                <a:lnTo>
                  <a:pt x="134610" y="8661"/>
                </a:lnTo>
                <a:cubicBezTo>
                  <a:pt x="133167" y="8661"/>
                  <a:pt x="131723" y="9744"/>
                  <a:pt x="131723" y="11548"/>
                </a:cubicBezTo>
                <a:lnTo>
                  <a:pt x="131723" y="30314"/>
                </a:lnTo>
                <a:cubicBezTo>
                  <a:pt x="131723" y="32479"/>
                  <a:pt x="130279" y="34284"/>
                  <a:pt x="128114" y="34645"/>
                </a:cubicBezTo>
                <a:cubicBezTo>
                  <a:pt x="120175" y="35727"/>
                  <a:pt x="112235" y="37893"/>
                  <a:pt x="104657" y="40780"/>
                </a:cubicBezTo>
                <a:cubicBezTo>
                  <a:pt x="102491" y="41862"/>
                  <a:pt x="100326" y="40780"/>
                  <a:pt x="99243" y="38975"/>
                </a:cubicBezTo>
                <a:lnTo>
                  <a:pt x="89860" y="22735"/>
                </a:lnTo>
                <a:cubicBezTo>
                  <a:pt x="89139" y="21292"/>
                  <a:pt x="87334" y="20931"/>
                  <a:pt x="86251" y="21653"/>
                </a:cubicBezTo>
                <a:lnTo>
                  <a:pt x="67846" y="32118"/>
                </a:lnTo>
                <a:cubicBezTo>
                  <a:pt x="67124" y="32479"/>
                  <a:pt x="66764" y="33201"/>
                  <a:pt x="66764" y="33923"/>
                </a:cubicBezTo>
                <a:cubicBezTo>
                  <a:pt x="66403" y="34645"/>
                  <a:pt x="66764" y="35006"/>
                  <a:pt x="66764" y="35727"/>
                </a:cubicBezTo>
                <a:lnTo>
                  <a:pt x="76508" y="52328"/>
                </a:lnTo>
                <a:cubicBezTo>
                  <a:pt x="77229" y="54132"/>
                  <a:pt x="76868" y="56659"/>
                  <a:pt x="75425" y="57741"/>
                </a:cubicBezTo>
                <a:cubicBezTo>
                  <a:pt x="68929" y="63155"/>
                  <a:pt x="63155" y="68929"/>
                  <a:pt x="57741" y="75064"/>
                </a:cubicBezTo>
                <a:cubicBezTo>
                  <a:pt x="56659" y="76868"/>
                  <a:pt x="54133" y="77229"/>
                  <a:pt x="52328" y="76146"/>
                </a:cubicBezTo>
                <a:lnTo>
                  <a:pt x="36088" y="66763"/>
                </a:lnTo>
                <a:cubicBezTo>
                  <a:pt x="35367" y="66763"/>
                  <a:pt x="34645" y="66402"/>
                  <a:pt x="33923" y="66763"/>
                </a:cubicBezTo>
                <a:cubicBezTo>
                  <a:pt x="33201" y="66763"/>
                  <a:pt x="32840" y="67124"/>
                  <a:pt x="32119" y="67846"/>
                </a:cubicBezTo>
                <a:lnTo>
                  <a:pt x="22014" y="85890"/>
                </a:lnTo>
                <a:cubicBezTo>
                  <a:pt x="20931" y="87334"/>
                  <a:pt x="21292" y="89138"/>
                  <a:pt x="22736" y="89499"/>
                </a:cubicBezTo>
                <a:lnTo>
                  <a:pt x="39336" y="99243"/>
                </a:lnTo>
                <a:cubicBezTo>
                  <a:pt x="40780" y="100326"/>
                  <a:pt x="41862" y="102491"/>
                  <a:pt x="41141" y="104656"/>
                </a:cubicBezTo>
                <a:cubicBezTo>
                  <a:pt x="37893" y="112235"/>
                  <a:pt x="35727" y="120174"/>
                  <a:pt x="35006" y="128114"/>
                </a:cubicBezTo>
                <a:cubicBezTo>
                  <a:pt x="34284" y="130279"/>
                  <a:pt x="32479" y="131723"/>
                  <a:pt x="30314" y="131723"/>
                </a:cubicBezTo>
                <a:lnTo>
                  <a:pt x="11548" y="131723"/>
                </a:lnTo>
                <a:cubicBezTo>
                  <a:pt x="10105" y="131723"/>
                  <a:pt x="8661" y="133166"/>
                  <a:pt x="8661" y="134610"/>
                </a:cubicBezTo>
                <a:lnTo>
                  <a:pt x="8661" y="155541"/>
                </a:lnTo>
                <a:cubicBezTo>
                  <a:pt x="8661" y="156985"/>
                  <a:pt x="10105" y="158428"/>
                  <a:pt x="11548" y="158428"/>
                </a:cubicBezTo>
                <a:lnTo>
                  <a:pt x="30314" y="158428"/>
                </a:lnTo>
                <a:cubicBezTo>
                  <a:pt x="32479" y="158428"/>
                  <a:pt x="34284" y="159872"/>
                  <a:pt x="35006" y="162037"/>
                </a:cubicBezTo>
                <a:cubicBezTo>
                  <a:pt x="35727" y="169976"/>
                  <a:pt x="37893" y="177916"/>
                  <a:pt x="41141" y="185494"/>
                </a:cubicBezTo>
                <a:cubicBezTo>
                  <a:pt x="41862" y="187660"/>
                  <a:pt x="40780" y="189825"/>
                  <a:pt x="39336" y="190908"/>
                </a:cubicBezTo>
                <a:lnTo>
                  <a:pt x="22736" y="200291"/>
                </a:lnTo>
                <a:cubicBezTo>
                  <a:pt x="22014" y="200652"/>
                  <a:pt x="21653" y="201374"/>
                  <a:pt x="21292" y="202096"/>
                </a:cubicBezTo>
                <a:cubicBezTo>
                  <a:pt x="21292" y="202817"/>
                  <a:pt x="21292" y="203539"/>
                  <a:pt x="22014" y="203900"/>
                </a:cubicBezTo>
                <a:lnTo>
                  <a:pt x="32119" y="222305"/>
                </a:lnTo>
                <a:cubicBezTo>
                  <a:pt x="32840" y="223027"/>
                  <a:pt x="33201" y="223388"/>
                  <a:pt x="33923" y="223749"/>
                </a:cubicBezTo>
                <a:cubicBezTo>
                  <a:pt x="34645" y="223749"/>
                  <a:pt x="35367" y="223749"/>
                  <a:pt x="36088" y="223388"/>
                </a:cubicBezTo>
                <a:lnTo>
                  <a:pt x="52328" y="214005"/>
                </a:lnTo>
                <a:cubicBezTo>
                  <a:pt x="54133" y="212922"/>
                  <a:pt x="56659" y="213283"/>
                  <a:pt x="57741" y="214727"/>
                </a:cubicBezTo>
                <a:cubicBezTo>
                  <a:pt x="63155" y="221222"/>
                  <a:pt x="68929" y="226997"/>
                  <a:pt x="75425" y="232049"/>
                </a:cubicBezTo>
                <a:cubicBezTo>
                  <a:pt x="76868" y="233492"/>
                  <a:pt x="77229" y="236019"/>
                  <a:pt x="76508" y="237823"/>
                </a:cubicBezTo>
                <a:lnTo>
                  <a:pt x="66764" y="254063"/>
                </a:lnTo>
                <a:cubicBezTo>
                  <a:pt x="66042" y="255506"/>
                  <a:pt x="66764" y="257311"/>
                  <a:pt x="67846" y="257672"/>
                </a:cubicBezTo>
                <a:lnTo>
                  <a:pt x="86251" y="268498"/>
                </a:lnTo>
                <a:cubicBezTo>
                  <a:pt x="87334" y="269220"/>
                  <a:pt x="89139" y="268859"/>
                  <a:pt x="89860" y="267416"/>
                </a:cubicBezTo>
                <a:lnTo>
                  <a:pt x="99243" y="250815"/>
                </a:lnTo>
                <a:cubicBezTo>
                  <a:pt x="100326" y="249011"/>
                  <a:pt x="102491" y="248289"/>
                  <a:pt x="104657" y="249011"/>
                </a:cubicBezTo>
                <a:cubicBezTo>
                  <a:pt x="112235" y="251898"/>
                  <a:pt x="120175" y="254424"/>
                  <a:pt x="128114" y="255506"/>
                </a:cubicBezTo>
                <a:cubicBezTo>
                  <a:pt x="130279" y="255867"/>
                  <a:pt x="131723" y="257672"/>
                  <a:pt x="131723" y="259837"/>
                </a:cubicBezTo>
                <a:lnTo>
                  <a:pt x="131723" y="278603"/>
                </a:lnTo>
                <a:cubicBezTo>
                  <a:pt x="131723" y="280047"/>
                  <a:pt x="133167" y="281129"/>
                  <a:pt x="134610" y="281129"/>
                </a:cubicBezTo>
                <a:lnTo>
                  <a:pt x="155542" y="281129"/>
                </a:lnTo>
                <a:cubicBezTo>
                  <a:pt x="156985" y="281129"/>
                  <a:pt x="158429" y="280047"/>
                  <a:pt x="158429" y="278603"/>
                </a:cubicBezTo>
                <a:lnTo>
                  <a:pt x="158429" y="265611"/>
                </a:lnTo>
                <a:cubicBezTo>
                  <a:pt x="158429" y="263085"/>
                  <a:pt x="160233" y="261281"/>
                  <a:pt x="162759" y="261281"/>
                </a:cubicBezTo>
                <a:cubicBezTo>
                  <a:pt x="165285" y="261281"/>
                  <a:pt x="167090" y="263085"/>
                  <a:pt x="167090" y="265611"/>
                </a:cubicBezTo>
                <a:lnTo>
                  <a:pt x="167090" y="278603"/>
                </a:lnTo>
                <a:cubicBezTo>
                  <a:pt x="167090" y="285099"/>
                  <a:pt x="162037" y="290151"/>
                  <a:pt x="155542" y="290151"/>
                </a:cubicBezTo>
                <a:lnTo>
                  <a:pt x="134610" y="290151"/>
                </a:lnTo>
                <a:cubicBezTo>
                  <a:pt x="128114" y="290151"/>
                  <a:pt x="123062" y="285099"/>
                  <a:pt x="123062" y="278603"/>
                </a:cubicBezTo>
                <a:lnTo>
                  <a:pt x="123062" y="263446"/>
                </a:lnTo>
                <a:cubicBezTo>
                  <a:pt x="116927" y="262363"/>
                  <a:pt x="110792" y="260920"/>
                  <a:pt x="105017" y="258394"/>
                </a:cubicBezTo>
                <a:lnTo>
                  <a:pt x="97439" y="271746"/>
                </a:lnTo>
                <a:cubicBezTo>
                  <a:pt x="94191" y="277160"/>
                  <a:pt x="87334" y="279325"/>
                  <a:pt x="81560" y="276077"/>
                </a:cubicBezTo>
                <a:lnTo>
                  <a:pt x="63516" y="265250"/>
                </a:lnTo>
                <a:cubicBezTo>
                  <a:pt x="57741" y="262002"/>
                  <a:pt x="56298" y="255146"/>
                  <a:pt x="59185" y="250093"/>
                </a:cubicBezTo>
                <a:lnTo>
                  <a:pt x="66764" y="236380"/>
                </a:lnTo>
                <a:cubicBezTo>
                  <a:pt x="62072" y="232410"/>
                  <a:pt x="57741" y="228079"/>
                  <a:pt x="53772" y="223388"/>
                </a:cubicBezTo>
                <a:lnTo>
                  <a:pt x="40419" y="230966"/>
                </a:lnTo>
                <a:cubicBezTo>
                  <a:pt x="37893" y="232410"/>
                  <a:pt x="34645" y="232771"/>
                  <a:pt x="31758" y="232049"/>
                </a:cubicBezTo>
                <a:cubicBezTo>
                  <a:pt x="28510" y="231327"/>
                  <a:pt x="26344" y="229162"/>
                  <a:pt x="24901" y="226636"/>
                </a:cubicBezTo>
                <a:lnTo>
                  <a:pt x="14074" y="208591"/>
                </a:lnTo>
                <a:cubicBezTo>
                  <a:pt x="12992" y="205704"/>
                  <a:pt x="12270" y="202817"/>
                  <a:pt x="12992" y="199930"/>
                </a:cubicBezTo>
                <a:cubicBezTo>
                  <a:pt x="13713" y="197043"/>
                  <a:pt x="15879" y="194516"/>
                  <a:pt x="18405" y="192712"/>
                </a:cubicBezTo>
                <a:lnTo>
                  <a:pt x="31758" y="185133"/>
                </a:lnTo>
                <a:cubicBezTo>
                  <a:pt x="29592" y="179359"/>
                  <a:pt x="27788" y="173224"/>
                  <a:pt x="26705" y="167089"/>
                </a:cubicBezTo>
                <a:lnTo>
                  <a:pt x="11548" y="167089"/>
                </a:lnTo>
                <a:cubicBezTo>
                  <a:pt x="5052" y="167089"/>
                  <a:pt x="0" y="162037"/>
                  <a:pt x="0" y="155541"/>
                </a:cubicBezTo>
                <a:lnTo>
                  <a:pt x="0" y="134610"/>
                </a:lnTo>
                <a:cubicBezTo>
                  <a:pt x="0" y="128114"/>
                  <a:pt x="5052" y="123061"/>
                  <a:pt x="11548" y="123061"/>
                </a:cubicBezTo>
                <a:lnTo>
                  <a:pt x="26705" y="123061"/>
                </a:lnTo>
                <a:cubicBezTo>
                  <a:pt x="27788" y="116926"/>
                  <a:pt x="29592" y="110791"/>
                  <a:pt x="31758" y="105017"/>
                </a:cubicBezTo>
                <a:lnTo>
                  <a:pt x="18405" y="97439"/>
                </a:lnTo>
                <a:cubicBezTo>
                  <a:pt x="12992" y="94191"/>
                  <a:pt x="11187" y="86973"/>
                  <a:pt x="14074" y="81560"/>
                </a:cubicBezTo>
                <a:lnTo>
                  <a:pt x="24901" y="63515"/>
                </a:lnTo>
                <a:cubicBezTo>
                  <a:pt x="26344" y="60628"/>
                  <a:pt x="28510" y="58824"/>
                  <a:pt x="31758" y="58102"/>
                </a:cubicBezTo>
                <a:cubicBezTo>
                  <a:pt x="34645" y="57019"/>
                  <a:pt x="37893" y="57741"/>
                  <a:pt x="40419" y="59185"/>
                </a:cubicBezTo>
                <a:lnTo>
                  <a:pt x="53772" y="66763"/>
                </a:lnTo>
                <a:cubicBezTo>
                  <a:pt x="57741" y="62072"/>
                  <a:pt x="62072" y="57741"/>
                  <a:pt x="66764" y="53411"/>
                </a:cubicBezTo>
                <a:lnTo>
                  <a:pt x="59185" y="40419"/>
                </a:lnTo>
                <a:cubicBezTo>
                  <a:pt x="57741" y="37893"/>
                  <a:pt x="57381" y="34645"/>
                  <a:pt x="58102" y="31397"/>
                </a:cubicBezTo>
                <a:cubicBezTo>
                  <a:pt x="58824" y="28510"/>
                  <a:pt x="60989" y="26344"/>
                  <a:pt x="63516" y="24540"/>
                </a:cubicBezTo>
                <a:lnTo>
                  <a:pt x="81560" y="14074"/>
                </a:lnTo>
                <a:cubicBezTo>
                  <a:pt x="87334" y="11187"/>
                  <a:pt x="94191" y="12992"/>
                  <a:pt x="97439" y="18044"/>
                </a:cubicBezTo>
                <a:lnTo>
                  <a:pt x="105017" y="31397"/>
                </a:lnTo>
                <a:cubicBezTo>
                  <a:pt x="110792" y="29592"/>
                  <a:pt x="116927" y="27788"/>
                  <a:pt x="123062" y="26705"/>
                </a:cubicBezTo>
                <a:lnTo>
                  <a:pt x="123062" y="11548"/>
                </a:lnTo>
                <a:cubicBezTo>
                  <a:pt x="123062" y="5052"/>
                  <a:pt x="128114" y="0"/>
                  <a:pt x="1346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dirty="0">
              <a:latin typeface="Lato Light" panose="020F0502020204030203" pitchFamily="34" charset="0"/>
            </a:endParaRPr>
          </a:p>
        </p:txBody>
      </p:sp>
      <p:sp>
        <p:nvSpPr>
          <p:cNvPr id="50" name="Diagrama de flujo: proceso alternativo 49">
            <a:extLst>
              <a:ext uri="{FF2B5EF4-FFF2-40B4-BE49-F238E27FC236}">
                <a16:creationId xmlns:a16="http://schemas.microsoft.com/office/drawing/2014/main" id="{713B2347-FE72-E464-71D4-94C24710F145}"/>
              </a:ext>
            </a:extLst>
          </p:cNvPr>
          <p:cNvSpPr/>
          <p:nvPr/>
        </p:nvSpPr>
        <p:spPr>
          <a:xfrm>
            <a:off x="279729" y="2807248"/>
            <a:ext cx="2280652" cy="599995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dirty="0"/>
              <a:t>PAIS</a:t>
            </a:r>
          </a:p>
        </p:txBody>
      </p:sp>
      <p:sp>
        <p:nvSpPr>
          <p:cNvPr id="57" name="Diagrama de flujo: proceso alternativo 56">
            <a:extLst>
              <a:ext uri="{FF2B5EF4-FFF2-40B4-BE49-F238E27FC236}">
                <a16:creationId xmlns:a16="http://schemas.microsoft.com/office/drawing/2014/main" id="{F68CE4CC-4693-4835-2425-809899138E18}"/>
              </a:ext>
            </a:extLst>
          </p:cNvPr>
          <p:cNvSpPr/>
          <p:nvPr/>
        </p:nvSpPr>
        <p:spPr>
          <a:xfrm>
            <a:off x="279729" y="3671612"/>
            <a:ext cx="2225443" cy="602203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dirty="0"/>
              <a:t>DEPTO</a:t>
            </a:r>
          </a:p>
        </p:txBody>
      </p:sp>
      <p:sp>
        <p:nvSpPr>
          <p:cNvPr id="58" name="Diagrama de flujo: proceso alternativo 57">
            <a:extLst>
              <a:ext uri="{FF2B5EF4-FFF2-40B4-BE49-F238E27FC236}">
                <a16:creationId xmlns:a16="http://schemas.microsoft.com/office/drawing/2014/main" id="{D4950FCC-CFB2-C3F6-2842-8D6F43C2F634}"/>
              </a:ext>
            </a:extLst>
          </p:cNvPr>
          <p:cNvSpPr/>
          <p:nvPr/>
        </p:nvSpPr>
        <p:spPr>
          <a:xfrm>
            <a:off x="279729" y="4535976"/>
            <a:ext cx="2225443" cy="602203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dirty="0"/>
              <a:t>MUNICIPIO</a:t>
            </a:r>
          </a:p>
        </p:txBody>
      </p:sp>
      <p:sp>
        <p:nvSpPr>
          <p:cNvPr id="59" name="Diagrama de flujo: proceso alternativo 58">
            <a:extLst>
              <a:ext uri="{FF2B5EF4-FFF2-40B4-BE49-F238E27FC236}">
                <a16:creationId xmlns:a16="http://schemas.microsoft.com/office/drawing/2014/main" id="{8A4F1CF5-338C-3C75-C259-7996FC2978C5}"/>
              </a:ext>
            </a:extLst>
          </p:cNvPr>
          <p:cNvSpPr/>
          <p:nvPr/>
        </p:nvSpPr>
        <p:spPr>
          <a:xfrm>
            <a:off x="279729" y="5416209"/>
            <a:ext cx="2225443" cy="599995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dirty="0"/>
              <a:t>EMPRESA</a:t>
            </a:r>
          </a:p>
        </p:txBody>
      </p:sp>
      <p:sp>
        <p:nvSpPr>
          <p:cNvPr id="60" name="Diagrama de flujo: combinar 59">
            <a:extLst>
              <a:ext uri="{FF2B5EF4-FFF2-40B4-BE49-F238E27FC236}">
                <a16:creationId xmlns:a16="http://schemas.microsoft.com/office/drawing/2014/main" id="{B2F0ADCD-B653-BD29-0F1C-0E684E93ABE8}"/>
              </a:ext>
            </a:extLst>
          </p:cNvPr>
          <p:cNvSpPr/>
          <p:nvPr/>
        </p:nvSpPr>
        <p:spPr>
          <a:xfrm>
            <a:off x="2031923" y="3814417"/>
            <a:ext cx="421376" cy="334996"/>
          </a:xfrm>
          <a:prstGeom prst="flowChartMerge">
            <a:avLst/>
          </a:prstGeom>
          <a:solidFill>
            <a:srgbClr val="D95BB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1" name="Diagrama de flujo: combinar 60">
            <a:extLst>
              <a:ext uri="{FF2B5EF4-FFF2-40B4-BE49-F238E27FC236}">
                <a16:creationId xmlns:a16="http://schemas.microsoft.com/office/drawing/2014/main" id="{8AC59EA8-17BA-08D0-3230-B9363B593BE4}"/>
              </a:ext>
            </a:extLst>
          </p:cNvPr>
          <p:cNvSpPr/>
          <p:nvPr/>
        </p:nvSpPr>
        <p:spPr>
          <a:xfrm>
            <a:off x="2031923" y="4656257"/>
            <a:ext cx="421376" cy="334996"/>
          </a:xfrm>
          <a:prstGeom prst="flowChartMerge">
            <a:avLst/>
          </a:prstGeom>
          <a:solidFill>
            <a:srgbClr val="D95BB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2" name="Diagrama de flujo: combinar 61">
            <a:extLst>
              <a:ext uri="{FF2B5EF4-FFF2-40B4-BE49-F238E27FC236}">
                <a16:creationId xmlns:a16="http://schemas.microsoft.com/office/drawing/2014/main" id="{173C1735-A410-1F2E-8E0E-E0C2ED81EF46}"/>
              </a:ext>
            </a:extLst>
          </p:cNvPr>
          <p:cNvSpPr/>
          <p:nvPr/>
        </p:nvSpPr>
        <p:spPr>
          <a:xfrm>
            <a:off x="2031923" y="5565807"/>
            <a:ext cx="421376" cy="334996"/>
          </a:xfrm>
          <a:prstGeom prst="flowChartMerge">
            <a:avLst/>
          </a:prstGeom>
          <a:solidFill>
            <a:srgbClr val="D95BB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63" name="Grupo 62">
            <a:extLst>
              <a:ext uri="{FF2B5EF4-FFF2-40B4-BE49-F238E27FC236}">
                <a16:creationId xmlns:a16="http://schemas.microsoft.com/office/drawing/2014/main" id="{F1F12210-A4D3-66A8-DFA3-0D83E2D024FC}"/>
              </a:ext>
            </a:extLst>
          </p:cNvPr>
          <p:cNvGrpSpPr/>
          <p:nvPr/>
        </p:nvGrpSpPr>
        <p:grpSpPr>
          <a:xfrm>
            <a:off x="2981298" y="4286389"/>
            <a:ext cx="6786303" cy="1729095"/>
            <a:chOff x="1520825" y="762000"/>
            <a:chExt cx="6858000" cy="2032000"/>
          </a:xfrm>
        </p:grpSpPr>
        <p:sp>
          <p:nvSpPr>
            <p:cNvPr id="64" name="Rectangle 1">
              <a:extLst>
                <a:ext uri="{FF2B5EF4-FFF2-40B4-BE49-F238E27FC236}">
                  <a16:creationId xmlns:a16="http://schemas.microsoft.com/office/drawing/2014/main" id="{500C56E1-248D-D830-007A-6292D53049BF}"/>
                </a:ext>
              </a:extLst>
            </p:cNvPr>
            <p:cNvSpPr/>
            <p:nvPr/>
          </p:nvSpPr>
          <p:spPr>
            <a:xfrm>
              <a:off x="1520825" y="762000"/>
              <a:ext cx="6858000" cy="203200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 Light" panose="020F0502020204030203" pitchFamily="34" charset="0"/>
              </a:endParaRPr>
            </a:p>
          </p:txBody>
        </p:sp>
        <p:sp>
          <p:nvSpPr>
            <p:cNvPr id="66" name="Freeform 999">
              <a:extLst>
                <a:ext uri="{FF2B5EF4-FFF2-40B4-BE49-F238E27FC236}">
                  <a16:creationId xmlns:a16="http://schemas.microsoft.com/office/drawing/2014/main" id="{9C2A8962-5551-58F1-CEF6-2A96A217DF6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81453" y="1431020"/>
              <a:ext cx="717094" cy="717094"/>
            </a:xfrm>
            <a:custGeom>
              <a:avLst/>
              <a:gdLst>
                <a:gd name="T0" fmla="*/ 309016 w 289849"/>
                <a:gd name="T1" fmla="*/ 822812 h 290152"/>
                <a:gd name="T2" fmla="*/ 436972 w 289849"/>
                <a:gd name="T3" fmla="*/ 645296 h 290152"/>
                <a:gd name="T4" fmla="*/ 505772 w 289849"/>
                <a:gd name="T5" fmla="*/ 645296 h 290152"/>
                <a:gd name="T6" fmla="*/ 828071 w 289849"/>
                <a:gd name="T7" fmla="*/ 528952 h 290152"/>
                <a:gd name="T8" fmla="*/ 931875 w 289849"/>
                <a:gd name="T9" fmla="*/ 536147 h 290152"/>
                <a:gd name="T10" fmla="*/ 551647 w 289849"/>
                <a:gd name="T11" fmla="*/ 491767 h 290152"/>
                <a:gd name="T12" fmla="*/ 347643 w 289849"/>
                <a:gd name="T13" fmla="*/ 548137 h 290152"/>
                <a:gd name="T14" fmla="*/ 142436 w 289849"/>
                <a:gd name="T15" fmla="*/ 636901 h 290152"/>
                <a:gd name="T16" fmla="*/ 211239 w 289849"/>
                <a:gd name="T17" fmla="*/ 728058 h 290152"/>
                <a:gd name="T18" fmla="*/ 339195 w 289849"/>
                <a:gd name="T19" fmla="*/ 728058 h 290152"/>
                <a:gd name="T20" fmla="*/ 408000 w 289849"/>
                <a:gd name="T21" fmla="*/ 629702 h 290152"/>
                <a:gd name="T22" fmla="*/ 534743 w 289849"/>
                <a:gd name="T23" fmla="*/ 629702 h 290152"/>
                <a:gd name="T24" fmla="*/ 603547 w 289849"/>
                <a:gd name="T25" fmla="*/ 540950 h 290152"/>
                <a:gd name="T26" fmla="*/ 633728 w 289849"/>
                <a:gd name="T27" fmla="*/ 822812 h 290152"/>
                <a:gd name="T28" fmla="*/ 599926 w 289849"/>
                <a:gd name="T29" fmla="*/ 436594 h 290152"/>
                <a:gd name="T30" fmla="*/ 461676 w 289849"/>
                <a:gd name="T31" fmla="*/ 352871 h 290152"/>
                <a:gd name="T32" fmla="*/ 207497 w 289849"/>
                <a:gd name="T33" fmla="*/ 352871 h 290152"/>
                <a:gd name="T34" fmla="*/ 764904 w 289849"/>
                <a:gd name="T35" fmla="*/ 336518 h 290152"/>
                <a:gd name="T36" fmla="*/ 679847 w 289849"/>
                <a:gd name="T37" fmla="*/ 420874 h 290152"/>
                <a:gd name="T38" fmla="*/ 747195 w 289849"/>
                <a:gd name="T39" fmla="*/ 279468 h 290152"/>
                <a:gd name="T40" fmla="*/ 870318 w 289849"/>
                <a:gd name="T41" fmla="*/ 401810 h 290152"/>
                <a:gd name="T42" fmla="*/ 548079 w 289849"/>
                <a:gd name="T43" fmla="*/ 242701 h 290152"/>
                <a:gd name="T44" fmla="*/ 414917 w 289849"/>
                <a:gd name="T45" fmla="*/ 273094 h 290152"/>
                <a:gd name="T46" fmla="*/ 223195 w 289849"/>
                <a:gd name="T47" fmla="*/ 242701 h 290152"/>
                <a:gd name="T48" fmla="*/ 334249 w 289849"/>
                <a:gd name="T49" fmla="*/ 273094 h 290152"/>
                <a:gd name="T50" fmla="*/ 223195 w 289849"/>
                <a:gd name="T51" fmla="*/ 242701 h 290152"/>
                <a:gd name="T52" fmla="*/ 940331 w 289849"/>
                <a:gd name="T53" fmla="*/ 125935 h 290152"/>
                <a:gd name="T54" fmla="*/ 142436 w 289849"/>
                <a:gd name="T55" fmla="*/ 29981 h 290152"/>
                <a:gd name="T56" fmla="*/ 814791 w 289849"/>
                <a:gd name="T57" fmla="*/ 935558 h 290152"/>
                <a:gd name="T58" fmla="*/ 747195 w 289849"/>
                <a:gd name="T59" fmla="*/ 552942 h 290152"/>
                <a:gd name="T60" fmla="*/ 715810 w 289849"/>
                <a:gd name="T61" fmla="*/ 852796 h 290152"/>
                <a:gd name="T62" fmla="*/ 113468 w 289849"/>
                <a:gd name="T63" fmla="*/ 253080 h 290152"/>
                <a:gd name="T64" fmla="*/ 142436 w 289849"/>
                <a:gd name="T65" fmla="*/ 596117 h 290152"/>
                <a:gd name="T66" fmla="*/ 334367 w 289849"/>
                <a:gd name="T67" fmla="*/ 520556 h 290152"/>
                <a:gd name="T68" fmla="*/ 535951 w 289849"/>
                <a:gd name="T69" fmla="*/ 465379 h 290152"/>
                <a:gd name="T70" fmla="*/ 814791 w 289849"/>
                <a:gd name="T71" fmla="*/ 266271 h 290152"/>
                <a:gd name="T72" fmla="*/ 254696 w 289849"/>
                <a:gd name="T73" fmla="*/ 141528 h 290152"/>
                <a:gd name="T74" fmla="*/ 829278 w 289849"/>
                <a:gd name="T75" fmla="*/ 0 h 290152"/>
                <a:gd name="T76" fmla="*/ 843763 w 289849"/>
                <a:gd name="T77" fmla="*/ 155929 h 290152"/>
                <a:gd name="T78" fmla="*/ 889627 w 289849"/>
                <a:gd name="T79" fmla="*/ 453387 h 290152"/>
                <a:gd name="T80" fmla="*/ 907737 w 289849"/>
                <a:gd name="T81" fmla="*/ 623706 h 290152"/>
                <a:gd name="T82" fmla="*/ 843763 w 289849"/>
                <a:gd name="T83" fmla="*/ 951152 h 290152"/>
                <a:gd name="T84" fmla="*/ 0 w 289849"/>
                <a:gd name="T85" fmla="*/ 951152 h 29015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289849" h="290152">
                  <a:moveTo>
                    <a:pt x="71674" y="223388"/>
                  </a:moveTo>
                  <a:lnTo>
                    <a:pt x="71674" y="247568"/>
                  </a:lnTo>
                  <a:lnTo>
                    <a:pt x="92204" y="247568"/>
                  </a:lnTo>
                  <a:lnTo>
                    <a:pt x="92204" y="223388"/>
                  </a:lnTo>
                  <a:lnTo>
                    <a:pt x="71674" y="223388"/>
                  </a:lnTo>
                  <a:close/>
                  <a:moveTo>
                    <a:pt x="130383" y="194157"/>
                  </a:moveTo>
                  <a:lnTo>
                    <a:pt x="130383" y="247568"/>
                  </a:lnTo>
                  <a:lnTo>
                    <a:pt x="150912" y="247568"/>
                  </a:lnTo>
                  <a:lnTo>
                    <a:pt x="150912" y="194157"/>
                  </a:lnTo>
                  <a:lnTo>
                    <a:pt x="130383" y="194157"/>
                  </a:lnTo>
                  <a:close/>
                  <a:moveTo>
                    <a:pt x="261485" y="144715"/>
                  </a:moveTo>
                  <a:cubicBezTo>
                    <a:pt x="257884" y="150850"/>
                    <a:pt x="252841" y="155542"/>
                    <a:pt x="247079" y="159151"/>
                  </a:cubicBezTo>
                  <a:lnTo>
                    <a:pt x="263647" y="175752"/>
                  </a:lnTo>
                  <a:cubicBezTo>
                    <a:pt x="267608" y="179721"/>
                    <a:pt x="274092" y="179721"/>
                    <a:pt x="278053" y="175752"/>
                  </a:cubicBezTo>
                  <a:cubicBezTo>
                    <a:pt x="282015" y="171782"/>
                    <a:pt x="282015" y="165286"/>
                    <a:pt x="278053" y="161316"/>
                  </a:cubicBezTo>
                  <a:lnTo>
                    <a:pt x="261485" y="144715"/>
                  </a:lnTo>
                  <a:close/>
                  <a:moveTo>
                    <a:pt x="179006" y="131363"/>
                  </a:moveTo>
                  <a:lnTo>
                    <a:pt x="164599" y="147963"/>
                  </a:lnTo>
                  <a:cubicBezTo>
                    <a:pt x="163158" y="149407"/>
                    <a:pt x="160997" y="150129"/>
                    <a:pt x="159557" y="149407"/>
                  </a:cubicBezTo>
                  <a:lnTo>
                    <a:pt x="131463" y="137498"/>
                  </a:lnTo>
                  <a:lnTo>
                    <a:pt x="103730" y="164925"/>
                  </a:lnTo>
                  <a:cubicBezTo>
                    <a:pt x="102289" y="166369"/>
                    <a:pt x="100128" y="166729"/>
                    <a:pt x="98687" y="165647"/>
                  </a:cubicBezTo>
                  <a:lnTo>
                    <a:pt x="79238" y="155181"/>
                  </a:lnTo>
                  <a:lnTo>
                    <a:pt x="42500" y="191631"/>
                  </a:lnTo>
                  <a:lnTo>
                    <a:pt x="42500" y="247568"/>
                  </a:lnTo>
                  <a:lnTo>
                    <a:pt x="63030" y="247568"/>
                  </a:lnTo>
                  <a:lnTo>
                    <a:pt x="63030" y="219058"/>
                  </a:lnTo>
                  <a:cubicBezTo>
                    <a:pt x="63030" y="216532"/>
                    <a:pt x="65191" y="214727"/>
                    <a:pt x="67713" y="214727"/>
                  </a:cubicBezTo>
                  <a:lnTo>
                    <a:pt x="96887" y="214727"/>
                  </a:lnTo>
                  <a:cubicBezTo>
                    <a:pt x="99048" y="214727"/>
                    <a:pt x="101209" y="216532"/>
                    <a:pt x="101209" y="219058"/>
                  </a:cubicBezTo>
                  <a:lnTo>
                    <a:pt x="101209" y="247568"/>
                  </a:lnTo>
                  <a:lnTo>
                    <a:pt x="121738" y="247568"/>
                  </a:lnTo>
                  <a:lnTo>
                    <a:pt x="121738" y="189465"/>
                  </a:lnTo>
                  <a:cubicBezTo>
                    <a:pt x="121738" y="187300"/>
                    <a:pt x="123539" y="185495"/>
                    <a:pt x="126061" y="185495"/>
                  </a:cubicBezTo>
                  <a:lnTo>
                    <a:pt x="155235" y="185495"/>
                  </a:lnTo>
                  <a:cubicBezTo>
                    <a:pt x="157756" y="185495"/>
                    <a:pt x="159557" y="187300"/>
                    <a:pt x="159557" y="189465"/>
                  </a:cubicBezTo>
                  <a:lnTo>
                    <a:pt x="159557" y="247568"/>
                  </a:lnTo>
                  <a:lnTo>
                    <a:pt x="180086" y="247568"/>
                  </a:lnTo>
                  <a:lnTo>
                    <a:pt x="180086" y="162760"/>
                  </a:lnTo>
                  <a:cubicBezTo>
                    <a:pt x="180086" y="160594"/>
                    <a:pt x="182247" y="158790"/>
                    <a:pt x="184409" y="158790"/>
                  </a:cubicBezTo>
                  <a:cubicBezTo>
                    <a:pt x="186930" y="158790"/>
                    <a:pt x="189091" y="160594"/>
                    <a:pt x="189091" y="162760"/>
                  </a:cubicBezTo>
                  <a:lnTo>
                    <a:pt x="189091" y="247568"/>
                  </a:lnTo>
                  <a:lnTo>
                    <a:pt x="209260" y="247568"/>
                  </a:lnTo>
                  <a:lnTo>
                    <a:pt x="209260" y="164203"/>
                  </a:lnTo>
                  <a:cubicBezTo>
                    <a:pt x="194493" y="159151"/>
                    <a:pt x="182608" y="146881"/>
                    <a:pt x="179006" y="131363"/>
                  </a:cubicBezTo>
                  <a:close/>
                  <a:moveTo>
                    <a:pt x="66586" y="101600"/>
                  </a:moveTo>
                  <a:lnTo>
                    <a:pt x="133440" y="101600"/>
                  </a:lnTo>
                  <a:cubicBezTo>
                    <a:pt x="135597" y="101600"/>
                    <a:pt x="137754" y="103505"/>
                    <a:pt x="137754" y="106172"/>
                  </a:cubicBezTo>
                  <a:cubicBezTo>
                    <a:pt x="137754" y="108458"/>
                    <a:pt x="135597" y="110744"/>
                    <a:pt x="133440" y="110744"/>
                  </a:cubicBezTo>
                  <a:lnTo>
                    <a:pt x="66586" y="110744"/>
                  </a:lnTo>
                  <a:cubicBezTo>
                    <a:pt x="64070" y="110744"/>
                    <a:pt x="61913" y="108458"/>
                    <a:pt x="61913" y="106172"/>
                  </a:cubicBezTo>
                  <a:cubicBezTo>
                    <a:pt x="61913" y="103505"/>
                    <a:pt x="64070" y="101600"/>
                    <a:pt x="66586" y="101600"/>
                  </a:cubicBezTo>
                  <a:close/>
                  <a:moveTo>
                    <a:pt x="223451" y="96838"/>
                  </a:moveTo>
                  <a:cubicBezTo>
                    <a:pt x="226025" y="96838"/>
                    <a:pt x="228232" y="99045"/>
                    <a:pt x="228232" y="101252"/>
                  </a:cubicBezTo>
                  <a:cubicBezTo>
                    <a:pt x="228232" y="103827"/>
                    <a:pt x="226025" y="106034"/>
                    <a:pt x="223451" y="106034"/>
                  </a:cubicBezTo>
                  <a:cubicBezTo>
                    <a:pt x="214623" y="106034"/>
                    <a:pt x="207266" y="113023"/>
                    <a:pt x="207266" y="122218"/>
                  </a:cubicBezTo>
                  <a:cubicBezTo>
                    <a:pt x="207266" y="124793"/>
                    <a:pt x="205427" y="126632"/>
                    <a:pt x="202852" y="126632"/>
                  </a:cubicBezTo>
                  <a:cubicBezTo>
                    <a:pt x="200277" y="126632"/>
                    <a:pt x="198438" y="124793"/>
                    <a:pt x="198438" y="122218"/>
                  </a:cubicBezTo>
                  <a:cubicBezTo>
                    <a:pt x="198438" y="108241"/>
                    <a:pt x="209841" y="96838"/>
                    <a:pt x="223451" y="96838"/>
                  </a:cubicBezTo>
                  <a:close/>
                  <a:moveTo>
                    <a:pt x="222947" y="84086"/>
                  </a:moveTo>
                  <a:cubicBezTo>
                    <a:pt x="203137" y="84086"/>
                    <a:pt x="186570" y="100687"/>
                    <a:pt x="186570" y="120897"/>
                  </a:cubicBezTo>
                  <a:cubicBezTo>
                    <a:pt x="186570" y="141107"/>
                    <a:pt x="203137" y="157707"/>
                    <a:pt x="222947" y="157707"/>
                  </a:cubicBezTo>
                  <a:cubicBezTo>
                    <a:pt x="243477" y="157707"/>
                    <a:pt x="259685" y="141107"/>
                    <a:pt x="259685" y="120897"/>
                  </a:cubicBezTo>
                  <a:cubicBezTo>
                    <a:pt x="259685" y="100687"/>
                    <a:pt x="243477" y="84086"/>
                    <a:pt x="222947" y="84086"/>
                  </a:cubicBezTo>
                  <a:close/>
                  <a:moveTo>
                    <a:pt x="123802" y="73025"/>
                  </a:moveTo>
                  <a:lnTo>
                    <a:pt x="163536" y="73025"/>
                  </a:lnTo>
                  <a:cubicBezTo>
                    <a:pt x="166088" y="73025"/>
                    <a:pt x="167911" y="75311"/>
                    <a:pt x="167911" y="77597"/>
                  </a:cubicBezTo>
                  <a:cubicBezTo>
                    <a:pt x="167911" y="80264"/>
                    <a:pt x="166088" y="82169"/>
                    <a:pt x="163536" y="82169"/>
                  </a:cubicBezTo>
                  <a:lnTo>
                    <a:pt x="123802" y="82169"/>
                  </a:lnTo>
                  <a:cubicBezTo>
                    <a:pt x="121250" y="82169"/>
                    <a:pt x="119063" y="80264"/>
                    <a:pt x="119063" y="77597"/>
                  </a:cubicBezTo>
                  <a:cubicBezTo>
                    <a:pt x="119063" y="75311"/>
                    <a:pt x="121250" y="73025"/>
                    <a:pt x="123802" y="73025"/>
                  </a:cubicBezTo>
                  <a:close/>
                  <a:moveTo>
                    <a:pt x="66596" y="73025"/>
                  </a:moveTo>
                  <a:lnTo>
                    <a:pt x="99733" y="73025"/>
                  </a:lnTo>
                  <a:cubicBezTo>
                    <a:pt x="102614" y="73025"/>
                    <a:pt x="104415" y="75311"/>
                    <a:pt x="104415" y="77597"/>
                  </a:cubicBezTo>
                  <a:cubicBezTo>
                    <a:pt x="104415" y="80264"/>
                    <a:pt x="102614" y="82169"/>
                    <a:pt x="99733" y="82169"/>
                  </a:cubicBezTo>
                  <a:lnTo>
                    <a:pt x="66596" y="82169"/>
                  </a:lnTo>
                  <a:cubicBezTo>
                    <a:pt x="64074" y="82169"/>
                    <a:pt x="61913" y="80264"/>
                    <a:pt x="61913" y="77597"/>
                  </a:cubicBezTo>
                  <a:cubicBezTo>
                    <a:pt x="61913" y="75311"/>
                    <a:pt x="64074" y="73025"/>
                    <a:pt x="66596" y="73025"/>
                  </a:cubicBezTo>
                  <a:close/>
                  <a:moveTo>
                    <a:pt x="68073" y="9022"/>
                  </a:moveTo>
                  <a:cubicBezTo>
                    <a:pt x="77077" y="15879"/>
                    <a:pt x="83200" y="25984"/>
                    <a:pt x="84641" y="37893"/>
                  </a:cubicBezTo>
                  <a:lnTo>
                    <a:pt x="280575" y="37893"/>
                  </a:lnTo>
                  <a:cubicBezTo>
                    <a:pt x="278414" y="21653"/>
                    <a:pt x="264367" y="9022"/>
                    <a:pt x="247439" y="9022"/>
                  </a:cubicBezTo>
                  <a:lnTo>
                    <a:pt x="68073" y="9022"/>
                  </a:lnTo>
                  <a:close/>
                  <a:moveTo>
                    <a:pt x="42500" y="9022"/>
                  </a:moveTo>
                  <a:cubicBezTo>
                    <a:pt x="24131" y="9022"/>
                    <a:pt x="9004" y="24179"/>
                    <a:pt x="9004" y="42584"/>
                  </a:cubicBezTo>
                  <a:lnTo>
                    <a:pt x="9004" y="281491"/>
                  </a:lnTo>
                  <a:lnTo>
                    <a:pt x="243117" y="281491"/>
                  </a:lnTo>
                  <a:lnTo>
                    <a:pt x="243117" y="167812"/>
                  </a:lnTo>
                  <a:lnTo>
                    <a:pt x="238795" y="163481"/>
                  </a:lnTo>
                  <a:cubicBezTo>
                    <a:pt x="233752" y="165286"/>
                    <a:pt x="228710" y="166369"/>
                    <a:pt x="222947" y="166369"/>
                  </a:cubicBezTo>
                  <a:cubicBezTo>
                    <a:pt x="221506" y="166369"/>
                    <a:pt x="220066" y="166369"/>
                    <a:pt x="218265" y="166008"/>
                  </a:cubicBezTo>
                  <a:lnTo>
                    <a:pt x="218265" y="252259"/>
                  </a:lnTo>
                  <a:cubicBezTo>
                    <a:pt x="218265" y="254786"/>
                    <a:pt x="216464" y="256590"/>
                    <a:pt x="213583" y="256590"/>
                  </a:cubicBezTo>
                  <a:lnTo>
                    <a:pt x="38178" y="256590"/>
                  </a:lnTo>
                  <a:cubicBezTo>
                    <a:pt x="36017" y="256590"/>
                    <a:pt x="33856" y="254786"/>
                    <a:pt x="33856" y="252259"/>
                  </a:cubicBezTo>
                  <a:lnTo>
                    <a:pt x="33856" y="76147"/>
                  </a:lnTo>
                  <a:cubicBezTo>
                    <a:pt x="33856" y="73981"/>
                    <a:pt x="36017" y="71816"/>
                    <a:pt x="38178" y="71816"/>
                  </a:cubicBezTo>
                  <a:cubicBezTo>
                    <a:pt x="40699" y="71816"/>
                    <a:pt x="42500" y="73981"/>
                    <a:pt x="42500" y="76147"/>
                  </a:cubicBezTo>
                  <a:lnTo>
                    <a:pt x="42500" y="179360"/>
                  </a:lnTo>
                  <a:lnTo>
                    <a:pt x="75276" y="146881"/>
                  </a:lnTo>
                  <a:cubicBezTo>
                    <a:pt x="77077" y="145437"/>
                    <a:pt x="78878" y="145076"/>
                    <a:pt x="80679" y="145798"/>
                  </a:cubicBezTo>
                  <a:lnTo>
                    <a:pt x="99768" y="156625"/>
                  </a:lnTo>
                  <a:lnTo>
                    <a:pt x="127141" y="128836"/>
                  </a:lnTo>
                  <a:cubicBezTo>
                    <a:pt x="128222" y="127754"/>
                    <a:pt x="130022" y="127393"/>
                    <a:pt x="131823" y="128115"/>
                  </a:cubicBezTo>
                  <a:lnTo>
                    <a:pt x="159917" y="140024"/>
                  </a:lnTo>
                  <a:lnTo>
                    <a:pt x="177925" y="119093"/>
                  </a:lnTo>
                  <a:cubicBezTo>
                    <a:pt x="179006" y="94913"/>
                    <a:pt x="198815" y="75425"/>
                    <a:pt x="222947" y="75425"/>
                  </a:cubicBezTo>
                  <a:cubicBezTo>
                    <a:pt x="230150" y="75425"/>
                    <a:pt x="236994" y="77229"/>
                    <a:pt x="243117" y="80116"/>
                  </a:cubicBezTo>
                  <a:lnTo>
                    <a:pt x="243117" y="46915"/>
                  </a:lnTo>
                  <a:lnTo>
                    <a:pt x="80319" y="46915"/>
                  </a:lnTo>
                  <a:cubicBezTo>
                    <a:pt x="77797" y="46915"/>
                    <a:pt x="75997" y="44750"/>
                    <a:pt x="75997" y="42584"/>
                  </a:cubicBezTo>
                  <a:cubicBezTo>
                    <a:pt x="75997" y="24179"/>
                    <a:pt x="60869" y="9022"/>
                    <a:pt x="42500" y="9022"/>
                  </a:cubicBezTo>
                  <a:close/>
                  <a:moveTo>
                    <a:pt x="42500" y="0"/>
                  </a:moveTo>
                  <a:lnTo>
                    <a:pt x="247439" y="0"/>
                  </a:lnTo>
                  <a:cubicBezTo>
                    <a:pt x="270850" y="0"/>
                    <a:pt x="289579" y="19127"/>
                    <a:pt x="289579" y="42584"/>
                  </a:cubicBezTo>
                  <a:cubicBezTo>
                    <a:pt x="289579" y="44750"/>
                    <a:pt x="287778" y="46915"/>
                    <a:pt x="285257" y="46915"/>
                  </a:cubicBezTo>
                  <a:lnTo>
                    <a:pt x="251761" y="46915"/>
                  </a:lnTo>
                  <a:lnTo>
                    <a:pt x="251761" y="85891"/>
                  </a:lnTo>
                  <a:cubicBezTo>
                    <a:pt x="261846" y="94191"/>
                    <a:pt x="268689" y="106822"/>
                    <a:pt x="268689" y="120897"/>
                  </a:cubicBezTo>
                  <a:cubicBezTo>
                    <a:pt x="268689" y="126310"/>
                    <a:pt x="267608" y="131724"/>
                    <a:pt x="265447" y="136415"/>
                  </a:cubicBezTo>
                  <a:lnTo>
                    <a:pt x="284176" y="155181"/>
                  </a:lnTo>
                  <a:cubicBezTo>
                    <a:pt x="291740" y="162399"/>
                    <a:pt x="291740" y="174669"/>
                    <a:pt x="284176" y="181887"/>
                  </a:cubicBezTo>
                  <a:cubicBezTo>
                    <a:pt x="280575" y="185856"/>
                    <a:pt x="275532" y="187661"/>
                    <a:pt x="270850" y="187661"/>
                  </a:cubicBezTo>
                  <a:cubicBezTo>
                    <a:pt x="265808" y="187661"/>
                    <a:pt x="260765" y="185856"/>
                    <a:pt x="257163" y="181887"/>
                  </a:cubicBezTo>
                  <a:lnTo>
                    <a:pt x="251761" y="176473"/>
                  </a:lnTo>
                  <a:lnTo>
                    <a:pt x="251761" y="286183"/>
                  </a:lnTo>
                  <a:cubicBezTo>
                    <a:pt x="251761" y="288348"/>
                    <a:pt x="249960" y="290152"/>
                    <a:pt x="247439" y="290152"/>
                  </a:cubicBezTo>
                  <a:lnTo>
                    <a:pt x="4682" y="290152"/>
                  </a:lnTo>
                  <a:cubicBezTo>
                    <a:pt x="2161" y="290152"/>
                    <a:pt x="0" y="288348"/>
                    <a:pt x="0" y="286183"/>
                  </a:cubicBezTo>
                  <a:lnTo>
                    <a:pt x="0" y="42584"/>
                  </a:lnTo>
                  <a:cubicBezTo>
                    <a:pt x="0" y="19127"/>
                    <a:pt x="19089" y="0"/>
                    <a:pt x="4250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endParaRPr lang="en-US" dirty="0">
                <a:latin typeface="Lato Light" panose="020F0502020204030203" pitchFamily="34" charset="0"/>
              </a:endParaRPr>
            </a:p>
          </p:txBody>
        </p:sp>
        <p:sp>
          <p:nvSpPr>
            <p:cNvPr id="67" name="TextBox 15">
              <a:extLst>
                <a:ext uri="{FF2B5EF4-FFF2-40B4-BE49-F238E27FC236}">
                  <a16:creationId xmlns:a16="http://schemas.microsoft.com/office/drawing/2014/main" id="{64A7FEF4-C106-F0EE-13ED-96F7A1A7035D}"/>
                </a:ext>
              </a:extLst>
            </p:cNvPr>
            <p:cNvSpPr txBox="1"/>
            <p:nvPr/>
          </p:nvSpPr>
          <p:spPr>
            <a:xfrm>
              <a:off x="3354271" y="1130300"/>
              <a:ext cx="4379725" cy="461665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2400" b="1" dirty="0">
                  <a:solidFill>
                    <a:schemeClr val="tx2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CONSUMO PROMEDIO MES)</a:t>
              </a:r>
            </a:p>
          </p:txBody>
        </p:sp>
        <p:sp>
          <p:nvSpPr>
            <p:cNvPr id="68" name="TextBox 18">
              <a:extLst>
                <a:ext uri="{FF2B5EF4-FFF2-40B4-BE49-F238E27FC236}">
                  <a16:creationId xmlns:a16="http://schemas.microsoft.com/office/drawing/2014/main" id="{33AAC7ED-44A7-6931-9A3A-FA384AE6F013}"/>
                </a:ext>
              </a:extLst>
            </p:cNvPr>
            <p:cNvSpPr txBox="1"/>
            <p:nvPr/>
          </p:nvSpPr>
          <p:spPr>
            <a:xfrm>
              <a:off x="4147983" y="1503002"/>
              <a:ext cx="3073347" cy="119358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6000" b="1" dirty="0">
                  <a:solidFill>
                    <a:schemeClr val="accent1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14,6 M3</a:t>
              </a:r>
            </a:p>
          </p:txBody>
        </p:sp>
      </p:grpSp>
      <p:sp>
        <p:nvSpPr>
          <p:cNvPr id="69" name="Oval 21">
            <a:extLst>
              <a:ext uri="{FF2B5EF4-FFF2-40B4-BE49-F238E27FC236}">
                <a16:creationId xmlns:a16="http://schemas.microsoft.com/office/drawing/2014/main" id="{4BAF97F6-6E65-FEFB-EF5A-B521966200C0}"/>
              </a:ext>
            </a:extLst>
          </p:cNvPr>
          <p:cNvSpPr/>
          <p:nvPr/>
        </p:nvSpPr>
        <p:spPr>
          <a:xfrm>
            <a:off x="3453285" y="4666256"/>
            <a:ext cx="1006247" cy="100624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grpSp>
        <p:nvGrpSpPr>
          <p:cNvPr id="70" name="Grupo 69">
            <a:extLst>
              <a:ext uri="{FF2B5EF4-FFF2-40B4-BE49-F238E27FC236}">
                <a16:creationId xmlns:a16="http://schemas.microsoft.com/office/drawing/2014/main" id="{D6FD73AF-20E2-3075-7201-AD8973B00EA8}"/>
              </a:ext>
            </a:extLst>
          </p:cNvPr>
          <p:cNvGrpSpPr/>
          <p:nvPr/>
        </p:nvGrpSpPr>
        <p:grpSpPr>
          <a:xfrm>
            <a:off x="10161138" y="4288488"/>
            <a:ext cx="6147276" cy="1726996"/>
            <a:chOff x="8655073" y="762000"/>
            <a:chExt cx="6858000" cy="2032000"/>
          </a:xfrm>
        </p:grpSpPr>
        <p:sp>
          <p:nvSpPr>
            <p:cNvPr id="71" name="Rectangle 2">
              <a:extLst>
                <a:ext uri="{FF2B5EF4-FFF2-40B4-BE49-F238E27FC236}">
                  <a16:creationId xmlns:a16="http://schemas.microsoft.com/office/drawing/2014/main" id="{8E2A8F2A-6B49-7F5F-3B1A-8A622E5861AD}"/>
                </a:ext>
              </a:extLst>
            </p:cNvPr>
            <p:cNvSpPr/>
            <p:nvPr/>
          </p:nvSpPr>
          <p:spPr>
            <a:xfrm>
              <a:off x="8655073" y="762000"/>
              <a:ext cx="6858000" cy="203200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 Light" panose="020F0502020204030203" pitchFamily="34" charset="0"/>
              </a:endParaRPr>
            </a:p>
          </p:txBody>
        </p:sp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9FA61D05-91D3-CE19-8242-F954CC6B5601}"/>
                </a:ext>
              </a:extLst>
            </p:cNvPr>
            <p:cNvGrpSpPr/>
            <p:nvPr/>
          </p:nvGrpSpPr>
          <p:grpSpPr>
            <a:xfrm>
              <a:off x="9134928" y="1130300"/>
              <a:ext cx="5235789" cy="1594420"/>
              <a:chOff x="9134928" y="1130300"/>
              <a:chExt cx="5235789" cy="1594420"/>
            </a:xfrm>
          </p:grpSpPr>
          <p:sp>
            <p:nvSpPr>
              <p:cNvPr id="73" name="Oval 10">
                <a:extLst>
                  <a:ext uri="{FF2B5EF4-FFF2-40B4-BE49-F238E27FC236}">
                    <a16:creationId xmlns:a16="http://schemas.microsoft.com/office/drawing/2014/main" id="{A57214CD-7FB8-788F-57EA-48A4AF1C97B5}"/>
                  </a:ext>
                </a:extLst>
              </p:cNvPr>
              <p:cNvSpPr/>
              <p:nvPr/>
            </p:nvSpPr>
            <p:spPr>
              <a:xfrm>
                <a:off x="9134928" y="1130300"/>
                <a:ext cx="1295400" cy="129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Lato Light" panose="020F0502020204030203" pitchFamily="34" charset="0"/>
                </a:endParaRPr>
              </a:p>
            </p:txBody>
          </p:sp>
          <p:sp>
            <p:nvSpPr>
              <p:cNvPr id="74" name="Freeform 1000">
                <a:extLst>
                  <a:ext uri="{FF2B5EF4-FFF2-40B4-BE49-F238E27FC236}">
                    <a16:creationId xmlns:a16="http://schemas.microsoft.com/office/drawing/2014/main" id="{EDD4FF64-0734-4167-9571-FA34364286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424081" y="1421612"/>
                <a:ext cx="717094" cy="712776"/>
              </a:xfrm>
              <a:custGeom>
                <a:avLst/>
                <a:gdLst>
                  <a:gd name="T0" fmla="*/ 73901 w 290132"/>
                  <a:gd name="T1" fmla="*/ 708677 h 289197"/>
                  <a:gd name="T2" fmla="*/ 868984 w 290132"/>
                  <a:gd name="T3" fmla="*/ 673933 h 289197"/>
                  <a:gd name="T4" fmla="*/ 680804 w 290132"/>
                  <a:gd name="T5" fmla="*/ 761616 h 289197"/>
                  <a:gd name="T6" fmla="*/ 860592 w 290132"/>
                  <a:gd name="T7" fmla="*/ 712510 h 289197"/>
                  <a:gd name="T8" fmla="*/ 152217 w 290132"/>
                  <a:gd name="T9" fmla="*/ 644704 h 289197"/>
                  <a:gd name="T10" fmla="*/ 934905 w 290132"/>
                  <a:gd name="T11" fmla="*/ 737061 h 289197"/>
                  <a:gd name="T12" fmla="*/ 632859 w 290132"/>
                  <a:gd name="T13" fmla="*/ 814219 h 289197"/>
                  <a:gd name="T14" fmla="*/ 400336 w 290132"/>
                  <a:gd name="T15" fmla="*/ 817726 h 289197"/>
                  <a:gd name="T16" fmla="*/ 624468 w 290132"/>
                  <a:gd name="T17" fmla="*/ 787331 h 289197"/>
                  <a:gd name="T18" fmla="*/ 641250 w 290132"/>
                  <a:gd name="T19" fmla="*/ 721863 h 289197"/>
                  <a:gd name="T20" fmla="*/ 152217 w 290132"/>
                  <a:gd name="T21" fmla="*/ 644704 h 289197"/>
                  <a:gd name="T22" fmla="*/ 122247 w 290132"/>
                  <a:gd name="T23" fmla="*/ 872674 h 289197"/>
                  <a:gd name="T24" fmla="*/ 14389 w 290132"/>
                  <a:gd name="T25" fmla="*/ 616643 h 289197"/>
                  <a:gd name="T26" fmla="*/ 612486 w 290132"/>
                  <a:gd name="T27" fmla="*/ 682113 h 289197"/>
                  <a:gd name="T28" fmla="*/ 787474 w 290132"/>
                  <a:gd name="T29" fmla="*/ 670424 h 289197"/>
                  <a:gd name="T30" fmla="*/ 904936 w 290132"/>
                  <a:gd name="T31" fmla="*/ 696143 h 289197"/>
                  <a:gd name="T32" fmla="*/ 927709 w 290132"/>
                  <a:gd name="T33" fmla="*/ 790838 h 289197"/>
                  <a:gd name="T34" fmla="*/ 14389 w 290132"/>
                  <a:gd name="T35" fmla="*/ 900730 h 289197"/>
                  <a:gd name="T36" fmla="*/ 14389 w 290132"/>
                  <a:gd name="T37" fmla="*/ 616643 h 289197"/>
                  <a:gd name="T38" fmla="*/ 415829 w 290132"/>
                  <a:gd name="T39" fmla="*/ 605337 h 289197"/>
                  <a:gd name="T40" fmla="*/ 385374 w 290132"/>
                  <a:gd name="T41" fmla="*/ 531143 h 289197"/>
                  <a:gd name="T42" fmla="*/ 553031 w 290132"/>
                  <a:gd name="T43" fmla="*/ 418322 h 289197"/>
                  <a:gd name="T44" fmla="*/ 522625 w 290132"/>
                  <a:gd name="T45" fmla="*/ 647971 h 289197"/>
                  <a:gd name="T46" fmla="*/ 675723 w 290132"/>
                  <a:gd name="T47" fmla="*/ 326456 h 289197"/>
                  <a:gd name="T48" fmla="*/ 675723 w 290132"/>
                  <a:gd name="T49" fmla="*/ 677661 h 289197"/>
                  <a:gd name="T50" fmla="*/ 675723 w 290132"/>
                  <a:gd name="T51" fmla="*/ 326456 h 289197"/>
                  <a:gd name="T52" fmla="*/ 827544 w 290132"/>
                  <a:gd name="T53" fmla="*/ 626113 h 289197"/>
                  <a:gd name="T54" fmla="*/ 797138 w 290132"/>
                  <a:gd name="T55" fmla="*/ 268005 h 289197"/>
                  <a:gd name="T56" fmla="*/ 964804 w 290132"/>
                  <a:gd name="T57" fmla="*/ 133282 h 289197"/>
                  <a:gd name="T58" fmla="*/ 934387 w 290132"/>
                  <a:gd name="T59" fmla="*/ 667571 h 289197"/>
                  <a:gd name="T60" fmla="*/ 934509 w 290132"/>
                  <a:gd name="T61" fmla="*/ 31793 h 289197"/>
                  <a:gd name="T62" fmla="*/ 711168 w 290132"/>
                  <a:gd name="T63" fmla="*/ 290449 h 289197"/>
                  <a:gd name="T64" fmla="*/ 408997 w 290132"/>
                  <a:gd name="T65" fmla="*/ 473862 h 289197"/>
                  <a:gd name="T66" fmla="*/ 195201 w 290132"/>
                  <a:gd name="T67" fmla="*/ 579674 h 289197"/>
                  <a:gd name="T68" fmla="*/ 174897 w 290132"/>
                  <a:gd name="T69" fmla="*/ 559686 h 289197"/>
                  <a:gd name="T70" fmla="*/ 399438 w 290132"/>
                  <a:gd name="T71" fmla="*/ 443293 h 289197"/>
                  <a:gd name="T72" fmla="*/ 701609 w 290132"/>
                  <a:gd name="T73" fmla="*/ 261056 h 289197"/>
                  <a:gd name="T74" fmla="*/ 172251 w 290132"/>
                  <a:gd name="T75" fmla="*/ 192767 h 289197"/>
                  <a:gd name="T76" fmla="*/ 470609 w 290132"/>
                  <a:gd name="T77" fmla="*/ 240067 h 289197"/>
                  <a:gd name="T78" fmla="*/ 156801 w 290132"/>
                  <a:gd name="T79" fmla="*/ 0 h 289197"/>
                  <a:gd name="T80" fmla="*/ 500323 w 290132"/>
                  <a:gd name="T81" fmla="*/ 269630 h 289197"/>
                  <a:gd name="T82" fmla="*/ 476551 w 290132"/>
                  <a:gd name="T83" fmla="*/ 281455 h 289197"/>
                  <a:gd name="T84" fmla="*/ 142533 w 290132"/>
                  <a:gd name="T85" fmla="*/ 206955 h 28919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290132" h="289197">
                    <a:moveTo>
                      <a:pt x="22225" y="207963"/>
                    </a:moveTo>
                    <a:cubicBezTo>
                      <a:pt x="24423" y="207963"/>
                      <a:pt x="26621" y="210249"/>
                      <a:pt x="26621" y="212535"/>
                    </a:cubicBezTo>
                    <a:cubicBezTo>
                      <a:pt x="26621" y="215202"/>
                      <a:pt x="24423" y="217107"/>
                      <a:pt x="22225" y="217107"/>
                    </a:cubicBezTo>
                    <a:cubicBezTo>
                      <a:pt x="19661" y="217107"/>
                      <a:pt x="17463" y="215202"/>
                      <a:pt x="17463" y="212535"/>
                    </a:cubicBezTo>
                    <a:cubicBezTo>
                      <a:pt x="17463" y="210249"/>
                      <a:pt x="19661" y="207963"/>
                      <a:pt x="22225" y="207963"/>
                    </a:cubicBezTo>
                    <a:close/>
                    <a:moveTo>
                      <a:pt x="261318" y="206463"/>
                    </a:moveTo>
                    <a:cubicBezTo>
                      <a:pt x="259155" y="205030"/>
                      <a:pt x="247982" y="209686"/>
                      <a:pt x="240052" y="213268"/>
                    </a:cubicBezTo>
                    <a:cubicBezTo>
                      <a:pt x="230320" y="217566"/>
                      <a:pt x="218426" y="222580"/>
                      <a:pt x="204369" y="226520"/>
                    </a:cubicBezTo>
                    <a:cubicBezTo>
                      <a:pt x="204729" y="228669"/>
                      <a:pt x="205089" y="230817"/>
                      <a:pt x="204729" y="233325"/>
                    </a:cubicBezTo>
                    <a:cubicBezTo>
                      <a:pt x="204369" y="234757"/>
                      <a:pt x="204369" y="235832"/>
                      <a:pt x="204008" y="237264"/>
                    </a:cubicBezTo>
                    <a:cubicBezTo>
                      <a:pt x="227437" y="231534"/>
                      <a:pt x="244017" y="224371"/>
                      <a:pt x="255911" y="219356"/>
                    </a:cubicBezTo>
                    <a:cubicBezTo>
                      <a:pt x="256993" y="218998"/>
                      <a:pt x="258074" y="218640"/>
                      <a:pt x="258795" y="218282"/>
                    </a:cubicBezTo>
                    <a:cubicBezTo>
                      <a:pt x="262039" y="215417"/>
                      <a:pt x="263841" y="212193"/>
                      <a:pt x="263841" y="210403"/>
                    </a:cubicBezTo>
                    <a:cubicBezTo>
                      <a:pt x="263841" y="209686"/>
                      <a:pt x="263480" y="208254"/>
                      <a:pt x="261318" y="206463"/>
                    </a:cubicBezTo>
                    <a:close/>
                    <a:moveTo>
                      <a:pt x="45776" y="197509"/>
                    </a:moveTo>
                    <a:lnTo>
                      <a:pt x="45776" y="268424"/>
                    </a:lnTo>
                    <a:cubicBezTo>
                      <a:pt x="65960" y="274512"/>
                      <a:pt x="184184" y="306030"/>
                      <a:pt x="273933" y="235115"/>
                    </a:cubicBezTo>
                    <a:cubicBezTo>
                      <a:pt x="276096" y="233683"/>
                      <a:pt x="280781" y="229743"/>
                      <a:pt x="281142" y="225803"/>
                    </a:cubicBezTo>
                    <a:cubicBezTo>
                      <a:pt x="281142" y="225087"/>
                      <a:pt x="280781" y="223296"/>
                      <a:pt x="278979" y="221864"/>
                    </a:cubicBezTo>
                    <a:cubicBezTo>
                      <a:pt x="276817" y="220073"/>
                      <a:pt x="268166" y="223654"/>
                      <a:pt x="259155" y="227594"/>
                    </a:cubicBezTo>
                    <a:cubicBezTo>
                      <a:pt x="244738" y="233683"/>
                      <a:pt x="222751" y="242995"/>
                      <a:pt x="190311" y="249442"/>
                    </a:cubicBezTo>
                    <a:lnTo>
                      <a:pt x="189951" y="249442"/>
                    </a:lnTo>
                    <a:cubicBezTo>
                      <a:pt x="183103" y="251949"/>
                      <a:pt x="172650" y="253739"/>
                      <a:pt x="159674" y="253739"/>
                    </a:cubicBezTo>
                    <a:cubicBezTo>
                      <a:pt x="148501" y="253739"/>
                      <a:pt x="135525" y="252307"/>
                      <a:pt x="120387" y="250516"/>
                    </a:cubicBezTo>
                    <a:cubicBezTo>
                      <a:pt x="118224" y="250158"/>
                      <a:pt x="116422" y="248009"/>
                      <a:pt x="116782" y="245860"/>
                    </a:cubicBezTo>
                    <a:cubicBezTo>
                      <a:pt x="117143" y="243353"/>
                      <a:pt x="119305" y="241562"/>
                      <a:pt x="121828" y="241920"/>
                    </a:cubicBezTo>
                    <a:cubicBezTo>
                      <a:pt x="161476" y="246934"/>
                      <a:pt x="179498" y="244427"/>
                      <a:pt x="187788" y="241204"/>
                    </a:cubicBezTo>
                    <a:lnTo>
                      <a:pt x="187788" y="240846"/>
                    </a:lnTo>
                    <a:cubicBezTo>
                      <a:pt x="195718" y="237981"/>
                      <a:pt x="195718" y="234041"/>
                      <a:pt x="195718" y="232608"/>
                    </a:cubicBezTo>
                    <a:cubicBezTo>
                      <a:pt x="196439" y="227594"/>
                      <a:pt x="195358" y="223296"/>
                      <a:pt x="192835" y="221147"/>
                    </a:cubicBezTo>
                    <a:cubicBezTo>
                      <a:pt x="189591" y="217924"/>
                      <a:pt x="184544" y="217924"/>
                      <a:pt x="184544" y="217924"/>
                    </a:cubicBezTo>
                    <a:cubicBezTo>
                      <a:pt x="141292" y="218640"/>
                      <a:pt x="133723" y="213984"/>
                      <a:pt x="124351" y="208612"/>
                    </a:cubicBezTo>
                    <a:cubicBezTo>
                      <a:pt x="115701" y="203598"/>
                      <a:pt x="105609" y="197867"/>
                      <a:pt x="45776" y="197509"/>
                    </a:cubicBezTo>
                    <a:close/>
                    <a:moveTo>
                      <a:pt x="8650" y="197509"/>
                    </a:moveTo>
                    <a:lnTo>
                      <a:pt x="8650" y="267349"/>
                    </a:lnTo>
                    <a:lnTo>
                      <a:pt x="36764" y="267349"/>
                    </a:lnTo>
                    <a:lnTo>
                      <a:pt x="36764" y="197509"/>
                    </a:lnTo>
                    <a:lnTo>
                      <a:pt x="8650" y="197509"/>
                    </a:lnTo>
                    <a:close/>
                    <a:moveTo>
                      <a:pt x="4325" y="188913"/>
                    </a:moveTo>
                    <a:lnTo>
                      <a:pt x="41450" y="188913"/>
                    </a:lnTo>
                    <a:cubicBezTo>
                      <a:pt x="107771" y="188913"/>
                      <a:pt x="118945" y="195360"/>
                      <a:pt x="129037" y="201449"/>
                    </a:cubicBezTo>
                    <a:cubicBezTo>
                      <a:pt x="136967" y="205747"/>
                      <a:pt x="143815" y="210044"/>
                      <a:pt x="184184" y="208970"/>
                    </a:cubicBezTo>
                    <a:cubicBezTo>
                      <a:pt x="184184" y="208970"/>
                      <a:pt x="192835" y="208612"/>
                      <a:pt x="198962" y="215059"/>
                    </a:cubicBezTo>
                    <a:cubicBezTo>
                      <a:pt x="200043" y="215775"/>
                      <a:pt x="200764" y="216849"/>
                      <a:pt x="201485" y="218282"/>
                    </a:cubicBezTo>
                    <a:cubicBezTo>
                      <a:pt x="215182" y="214342"/>
                      <a:pt x="227076" y="209328"/>
                      <a:pt x="236808" y="205388"/>
                    </a:cubicBezTo>
                    <a:cubicBezTo>
                      <a:pt x="251586" y="198942"/>
                      <a:pt x="260597" y="195002"/>
                      <a:pt x="266724" y="199658"/>
                    </a:cubicBezTo>
                    <a:cubicBezTo>
                      <a:pt x="271410" y="203239"/>
                      <a:pt x="272491" y="207179"/>
                      <a:pt x="272491" y="209686"/>
                    </a:cubicBezTo>
                    <a:cubicBezTo>
                      <a:pt x="272852" y="211119"/>
                      <a:pt x="272491" y="212193"/>
                      <a:pt x="272131" y="213268"/>
                    </a:cubicBezTo>
                    <a:cubicBezTo>
                      <a:pt x="277177" y="212193"/>
                      <a:pt x="281142" y="212193"/>
                      <a:pt x="284386" y="215059"/>
                    </a:cubicBezTo>
                    <a:cubicBezTo>
                      <a:pt x="289071" y="218998"/>
                      <a:pt x="290153" y="223296"/>
                      <a:pt x="289792" y="226161"/>
                    </a:cubicBezTo>
                    <a:cubicBezTo>
                      <a:pt x="289432" y="234757"/>
                      <a:pt x="280061" y="241562"/>
                      <a:pt x="278979" y="242278"/>
                    </a:cubicBezTo>
                    <a:cubicBezTo>
                      <a:pt x="232122" y="279527"/>
                      <a:pt x="177336" y="289197"/>
                      <a:pt x="132281" y="289197"/>
                    </a:cubicBezTo>
                    <a:cubicBezTo>
                      <a:pt x="83622" y="289197"/>
                      <a:pt x="46136" y="278094"/>
                      <a:pt x="40729" y="275945"/>
                    </a:cubicBezTo>
                    <a:lnTo>
                      <a:pt x="4325" y="275945"/>
                    </a:lnTo>
                    <a:cubicBezTo>
                      <a:pt x="2163" y="275945"/>
                      <a:pt x="0" y="274154"/>
                      <a:pt x="0" y="272005"/>
                    </a:cubicBezTo>
                    <a:lnTo>
                      <a:pt x="0" y="193211"/>
                    </a:lnTo>
                    <a:cubicBezTo>
                      <a:pt x="0" y="190704"/>
                      <a:pt x="2163" y="188913"/>
                      <a:pt x="4325" y="188913"/>
                    </a:cubicBezTo>
                    <a:close/>
                    <a:moveTo>
                      <a:pt x="120284" y="158750"/>
                    </a:moveTo>
                    <a:cubicBezTo>
                      <a:pt x="122849" y="158750"/>
                      <a:pt x="125047" y="160554"/>
                      <a:pt x="125047" y="162719"/>
                    </a:cubicBezTo>
                    <a:lnTo>
                      <a:pt x="125047" y="185449"/>
                    </a:lnTo>
                    <a:cubicBezTo>
                      <a:pt x="125047" y="187975"/>
                      <a:pt x="122849" y="190139"/>
                      <a:pt x="120284" y="190139"/>
                    </a:cubicBezTo>
                    <a:cubicBezTo>
                      <a:pt x="117720" y="190139"/>
                      <a:pt x="115888" y="187975"/>
                      <a:pt x="115888" y="185449"/>
                    </a:cubicBezTo>
                    <a:lnTo>
                      <a:pt x="115888" y="162719"/>
                    </a:lnTo>
                    <a:cubicBezTo>
                      <a:pt x="115888" y="160554"/>
                      <a:pt x="117720" y="158750"/>
                      <a:pt x="120284" y="158750"/>
                    </a:cubicBezTo>
                    <a:close/>
                    <a:moveTo>
                      <a:pt x="161735" y="123825"/>
                    </a:moveTo>
                    <a:cubicBezTo>
                      <a:pt x="164402" y="123825"/>
                      <a:pt x="166307" y="125629"/>
                      <a:pt x="166307" y="128155"/>
                    </a:cubicBezTo>
                    <a:lnTo>
                      <a:pt x="166307" y="198510"/>
                    </a:lnTo>
                    <a:cubicBezTo>
                      <a:pt x="166307" y="201035"/>
                      <a:pt x="164402" y="202839"/>
                      <a:pt x="161735" y="202839"/>
                    </a:cubicBezTo>
                    <a:cubicBezTo>
                      <a:pt x="159068" y="202839"/>
                      <a:pt x="157163" y="201035"/>
                      <a:pt x="157163" y="198510"/>
                    </a:cubicBezTo>
                    <a:lnTo>
                      <a:pt x="157163" y="128155"/>
                    </a:lnTo>
                    <a:cubicBezTo>
                      <a:pt x="157163" y="125629"/>
                      <a:pt x="159068" y="123825"/>
                      <a:pt x="161735" y="123825"/>
                    </a:cubicBezTo>
                    <a:close/>
                    <a:moveTo>
                      <a:pt x="203201" y="100013"/>
                    </a:moveTo>
                    <a:cubicBezTo>
                      <a:pt x="205765" y="100013"/>
                      <a:pt x="207597" y="101801"/>
                      <a:pt x="207597" y="104303"/>
                    </a:cubicBezTo>
                    <a:lnTo>
                      <a:pt x="207597" y="202959"/>
                    </a:lnTo>
                    <a:cubicBezTo>
                      <a:pt x="207597" y="205461"/>
                      <a:pt x="205765" y="207606"/>
                      <a:pt x="203201" y="207606"/>
                    </a:cubicBezTo>
                    <a:cubicBezTo>
                      <a:pt x="200636" y="207606"/>
                      <a:pt x="198438" y="205461"/>
                      <a:pt x="198438" y="202959"/>
                    </a:cubicBezTo>
                    <a:lnTo>
                      <a:pt x="198438" y="104303"/>
                    </a:lnTo>
                    <a:cubicBezTo>
                      <a:pt x="198438" y="101801"/>
                      <a:pt x="200636" y="100013"/>
                      <a:pt x="203201" y="100013"/>
                    </a:cubicBezTo>
                    <a:close/>
                    <a:moveTo>
                      <a:pt x="244285" y="77788"/>
                    </a:moveTo>
                    <a:cubicBezTo>
                      <a:pt x="246952" y="77788"/>
                      <a:pt x="248857" y="79587"/>
                      <a:pt x="248857" y="82105"/>
                    </a:cubicBezTo>
                    <a:lnTo>
                      <a:pt x="248857" y="191814"/>
                    </a:lnTo>
                    <a:cubicBezTo>
                      <a:pt x="248857" y="194332"/>
                      <a:pt x="246952" y="196491"/>
                      <a:pt x="244285" y="196491"/>
                    </a:cubicBezTo>
                    <a:cubicBezTo>
                      <a:pt x="241618" y="196491"/>
                      <a:pt x="239713" y="194332"/>
                      <a:pt x="239713" y="191814"/>
                    </a:cubicBezTo>
                    <a:lnTo>
                      <a:pt x="239713" y="82105"/>
                    </a:lnTo>
                    <a:cubicBezTo>
                      <a:pt x="239713" y="79587"/>
                      <a:pt x="241618" y="77788"/>
                      <a:pt x="244285" y="77788"/>
                    </a:cubicBezTo>
                    <a:close/>
                    <a:moveTo>
                      <a:pt x="285560" y="36513"/>
                    </a:moveTo>
                    <a:cubicBezTo>
                      <a:pt x="288227" y="36513"/>
                      <a:pt x="290132" y="38672"/>
                      <a:pt x="290132" y="40830"/>
                    </a:cubicBezTo>
                    <a:lnTo>
                      <a:pt x="290132" y="204514"/>
                    </a:lnTo>
                    <a:cubicBezTo>
                      <a:pt x="290132" y="207032"/>
                      <a:pt x="288227" y="209190"/>
                      <a:pt x="285560" y="209190"/>
                    </a:cubicBezTo>
                    <a:cubicBezTo>
                      <a:pt x="283274" y="209190"/>
                      <a:pt x="280988" y="207032"/>
                      <a:pt x="280988" y="204514"/>
                    </a:cubicBezTo>
                    <a:lnTo>
                      <a:pt x="280988" y="40830"/>
                    </a:lnTo>
                    <a:cubicBezTo>
                      <a:pt x="280988" y="38672"/>
                      <a:pt x="283274" y="36513"/>
                      <a:pt x="285560" y="36513"/>
                    </a:cubicBezTo>
                    <a:close/>
                    <a:moveTo>
                      <a:pt x="281024" y="9739"/>
                    </a:moveTo>
                    <a:cubicBezTo>
                      <a:pt x="282460" y="7938"/>
                      <a:pt x="285334" y="7938"/>
                      <a:pt x="287129" y="9739"/>
                    </a:cubicBezTo>
                    <a:cubicBezTo>
                      <a:pt x="288566" y="11180"/>
                      <a:pt x="288566" y="14061"/>
                      <a:pt x="287129" y="15862"/>
                    </a:cubicBezTo>
                    <a:lnTo>
                      <a:pt x="213860" y="88981"/>
                    </a:lnTo>
                    <a:cubicBezTo>
                      <a:pt x="212064" y="91142"/>
                      <a:pt x="209550" y="91142"/>
                      <a:pt x="207754" y="88981"/>
                    </a:cubicBezTo>
                    <a:lnTo>
                      <a:pt x="193388" y="74933"/>
                    </a:lnTo>
                    <a:lnTo>
                      <a:pt x="122992" y="145170"/>
                    </a:lnTo>
                    <a:cubicBezTo>
                      <a:pt x="121555" y="146971"/>
                      <a:pt x="118682" y="146971"/>
                      <a:pt x="116886" y="145170"/>
                    </a:cubicBezTo>
                    <a:lnTo>
                      <a:pt x="103956" y="132203"/>
                    </a:lnTo>
                    <a:lnTo>
                      <a:pt x="58702" y="177587"/>
                    </a:lnTo>
                    <a:cubicBezTo>
                      <a:pt x="57984" y="178308"/>
                      <a:pt x="56906" y="179028"/>
                      <a:pt x="55829" y="179028"/>
                    </a:cubicBezTo>
                    <a:cubicBezTo>
                      <a:pt x="54392" y="179028"/>
                      <a:pt x="53314" y="178308"/>
                      <a:pt x="52596" y="177587"/>
                    </a:cubicBezTo>
                    <a:cubicBezTo>
                      <a:pt x="50800" y="175786"/>
                      <a:pt x="50800" y="172905"/>
                      <a:pt x="52596" y="171464"/>
                    </a:cubicBezTo>
                    <a:lnTo>
                      <a:pt x="101083" y="122839"/>
                    </a:lnTo>
                    <a:cubicBezTo>
                      <a:pt x="102520" y="121038"/>
                      <a:pt x="105393" y="121038"/>
                      <a:pt x="107189" y="122839"/>
                    </a:cubicBezTo>
                    <a:lnTo>
                      <a:pt x="120119" y="135805"/>
                    </a:lnTo>
                    <a:lnTo>
                      <a:pt x="190155" y="65569"/>
                    </a:lnTo>
                    <a:cubicBezTo>
                      <a:pt x="191951" y="63768"/>
                      <a:pt x="194465" y="63768"/>
                      <a:pt x="196261" y="65569"/>
                    </a:cubicBezTo>
                    <a:lnTo>
                      <a:pt x="210987" y="79976"/>
                    </a:lnTo>
                    <a:lnTo>
                      <a:pt x="281024" y="9739"/>
                    </a:lnTo>
                    <a:close/>
                    <a:moveTo>
                      <a:pt x="51800" y="9058"/>
                    </a:moveTo>
                    <a:lnTo>
                      <a:pt x="51800" y="59054"/>
                    </a:lnTo>
                    <a:lnTo>
                      <a:pt x="122217" y="59054"/>
                    </a:lnTo>
                    <a:cubicBezTo>
                      <a:pt x="122932" y="59054"/>
                      <a:pt x="124362" y="59417"/>
                      <a:pt x="124719" y="60141"/>
                    </a:cubicBezTo>
                    <a:lnTo>
                      <a:pt x="141520" y="73546"/>
                    </a:lnTo>
                    <a:lnTo>
                      <a:pt x="141520" y="9058"/>
                    </a:lnTo>
                    <a:lnTo>
                      <a:pt x="51800" y="9058"/>
                    </a:lnTo>
                    <a:close/>
                    <a:moveTo>
                      <a:pt x="47153" y="0"/>
                    </a:moveTo>
                    <a:lnTo>
                      <a:pt x="146166" y="0"/>
                    </a:lnTo>
                    <a:cubicBezTo>
                      <a:pt x="148311" y="0"/>
                      <a:pt x="150456" y="2174"/>
                      <a:pt x="150456" y="4710"/>
                    </a:cubicBezTo>
                    <a:lnTo>
                      <a:pt x="150456" y="82603"/>
                    </a:lnTo>
                    <a:cubicBezTo>
                      <a:pt x="150456" y="84053"/>
                      <a:pt x="149383" y="85864"/>
                      <a:pt x="147954" y="86589"/>
                    </a:cubicBezTo>
                    <a:cubicBezTo>
                      <a:pt x="147239" y="86589"/>
                      <a:pt x="146524" y="86951"/>
                      <a:pt x="146166" y="86951"/>
                    </a:cubicBezTo>
                    <a:cubicBezTo>
                      <a:pt x="145094" y="86951"/>
                      <a:pt x="144022" y="86589"/>
                      <a:pt x="143307" y="86226"/>
                    </a:cubicBezTo>
                    <a:lnTo>
                      <a:pt x="120787" y="68112"/>
                    </a:lnTo>
                    <a:lnTo>
                      <a:pt x="47153" y="68112"/>
                    </a:lnTo>
                    <a:cubicBezTo>
                      <a:pt x="45008" y="68112"/>
                      <a:pt x="42863" y="65938"/>
                      <a:pt x="42863" y="63402"/>
                    </a:cubicBezTo>
                    <a:lnTo>
                      <a:pt x="42863" y="4710"/>
                    </a:lnTo>
                    <a:cubicBezTo>
                      <a:pt x="42863" y="2174"/>
                      <a:pt x="45008" y="0"/>
                      <a:pt x="4715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endParaRPr lang="en-US" dirty="0">
                  <a:latin typeface="Lato Light" panose="020F0502020204030203" pitchFamily="34" charset="0"/>
                </a:endParaRPr>
              </a:p>
            </p:txBody>
          </p:sp>
          <p:sp>
            <p:nvSpPr>
              <p:cNvPr id="75" name="TextBox 16">
                <a:extLst>
                  <a:ext uri="{FF2B5EF4-FFF2-40B4-BE49-F238E27FC236}">
                    <a16:creationId xmlns:a16="http://schemas.microsoft.com/office/drawing/2014/main" id="{40079366-22D0-EB76-FEA0-F6BDE2F0C833}"/>
                  </a:ext>
                </a:extLst>
              </p:cNvPr>
              <p:cNvSpPr txBox="1"/>
              <p:nvPr/>
            </p:nvSpPr>
            <p:spPr>
              <a:xfrm>
                <a:off x="10596899" y="1130300"/>
                <a:ext cx="3773818" cy="461665"/>
              </a:xfrm>
              <a:prstGeom prst="rect">
                <a:avLst/>
              </a:prstGeom>
              <a:noFill/>
            </p:spPr>
            <p:txBody>
              <a:bodyPr wrap="none" lIns="91440" rtlCol="0" anchor="ctr" anchorCtr="0">
                <a:spAutoFit/>
              </a:bodyPr>
              <a:lstStyle/>
              <a:p>
                <a:r>
                  <a:rPr lang="en-US" sz="2400" b="1" dirty="0">
                    <a:solidFill>
                      <a:schemeClr val="tx2"/>
                    </a:solidFill>
                    <a:latin typeface="Poppins" pitchFamily="2" charset="77"/>
                    <a:ea typeface="League Spartan" charset="0"/>
                    <a:cs typeface="Poppins" pitchFamily="2" charset="77"/>
                  </a:rPr>
                  <a:t>VALOR PROMEDIO M3</a:t>
                </a:r>
              </a:p>
            </p:txBody>
          </p:sp>
          <p:sp>
            <p:nvSpPr>
              <p:cNvPr id="76" name="TextBox 19">
                <a:extLst>
                  <a:ext uri="{FF2B5EF4-FFF2-40B4-BE49-F238E27FC236}">
                    <a16:creationId xmlns:a16="http://schemas.microsoft.com/office/drawing/2014/main" id="{129C1D18-A555-F572-6FF6-F902AA1FE3A4}"/>
                  </a:ext>
                </a:extLst>
              </p:cNvPr>
              <p:cNvSpPr txBox="1"/>
              <p:nvPr/>
            </p:nvSpPr>
            <p:spPr>
              <a:xfrm>
                <a:off x="10985657" y="1529681"/>
                <a:ext cx="2375268" cy="1195039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lang="en-US" sz="6000" b="1" dirty="0">
                    <a:solidFill>
                      <a:schemeClr val="accent2"/>
                    </a:solidFill>
                    <a:latin typeface="Poppins" pitchFamily="2" charset="77"/>
                    <a:ea typeface="League Spartan" charset="0"/>
                    <a:cs typeface="Poppins" pitchFamily="2" charset="77"/>
                  </a:rPr>
                  <a:t>8.102</a:t>
                </a:r>
              </a:p>
            </p:txBody>
          </p:sp>
        </p:grp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C7DFB54A-7BA5-7EDD-CA8D-4BD7A9B3D5FE}"/>
              </a:ext>
            </a:extLst>
          </p:cNvPr>
          <p:cNvGrpSpPr/>
          <p:nvPr/>
        </p:nvGrpSpPr>
        <p:grpSpPr>
          <a:xfrm>
            <a:off x="16742355" y="4259936"/>
            <a:ext cx="7008027" cy="1755548"/>
            <a:chOff x="1520825" y="762000"/>
            <a:chExt cx="6858000" cy="2032000"/>
          </a:xfrm>
        </p:grpSpPr>
        <p:sp>
          <p:nvSpPr>
            <p:cNvPr id="78" name="Rectangle 1">
              <a:extLst>
                <a:ext uri="{FF2B5EF4-FFF2-40B4-BE49-F238E27FC236}">
                  <a16:creationId xmlns:a16="http://schemas.microsoft.com/office/drawing/2014/main" id="{830B7696-D981-F377-E2E2-EE6510573866}"/>
                </a:ext>
              </a:extLst>
            </p:cNvPr>
            <p:cNvSpPr/>
            <p:nvPr/>
          </p:nvSpPr>
          <p:spPr>
            <a:xfrm>
              <a:off x="1520825" y="762000"/>
              <a:ext cx="6858000" cy="203200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 Light" panose="020F0502020204030203" pitchFamily="34" charset="0"/>
              </a:endParaRPr>
            </a:p>
          </p:txBody>
        </p:sp>
        <p:sp>
          <p:nvSpPr>
            <p:cNvPr id="79" name="Oval 9">
              <a:extLst>
                <a:ext uri="{FF2B5EF4-FFF2-40B4-BE49-F238E27FC236}">
                  <a16:creationId xmlns:a16="http://schemas.microsoft.com/office/drawing/2014/main" id="{21DA69AB-4B46-3C2D-0B85-1F778CEEB9B6}"/>
                </a:ext>
              </a:extLst>
            </p:cNvPr>
            <p:cNvSpPr/>
            <p:nvPr/>
          </p:nvSpPr>
          <p:spPr>
            <a:xfrm>
              <a:off x="1892300" y="1130300"/>
              <a:ext cx="1295400" cy="1295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 Light" panose="020F0502020204030203" pitchFamily="34" charset="0"/>
              </a:endParaRPr>
            </a:p>
          </p:txBody>
        </p:sp>
        <p:sp>
          <p:nvSpPr>
            <p:cNvPr id="80" name="Freeform 999">
              <a:extLst>
                <a:ext uri="{FF2B5EF4-FFF2-40B4-BE49-F238E27FC236}">
                  <a16:creationId xmlns:a16="http://schemas.microsoft.com/office/drawing/2014/main" id="{291003C8-8E71-881D-26B4-33DBA769FE5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81453" y="1431020"/>
              <a:ext cx="717094" cy="717094"/>
            </a:xfrm>
            <a:custGeom>
              <a:avLst/>
              <a:gdLst>
                <a:gd name="T0" fmla="*/ 309016 w 289849"/>
                <a:gd name="T1" fmla="*/ 822812 h 290152"/>
                <a:gd name="T2" fmla="*/ 436972 w 289849"/>
                <a:gd name="T3" fmla="*/ 645296 h 290152"/>
                <a:gd name="T4" fmla="*/ 505772 w 289849"/>
                <a:gd name="T5" fmla="*/ 645296 h 290152"/>
                <a:gd name="T6" fmla="*/ 828071 w 289849"/>
                <a:gd name="T7" fmla="*/ 528952 h 290152"/>
                <a:gd name="T8" fmla="*/ 931875 w 289849"/>
                <a:gd name="T9" fmla="*/ 536147 h 290152"/>
                <a:gd name="T10" fmla="*/ 551647 w 289849"/>
                <a:gd name="T11" fmla="*/ 491767 h 290152"/>
                <a:gd name="T12" fmla="*/ 347643 w 289849"/>
                <a:gd name="T13" fmla="*/ 548137 h 290152"/>
                <a:gd name="T14" fmla="*/ 142436 w 289849"/>
                <a:gd name="T15" fmla="*/ 636901 h 290152"/>
                <a:gd name="T16" fmla="*/ 211239 w 289849"/>
                <a:gd name="T17" fmla="*/ 728058 h 290152"/>
                <a:gd name="T18" fmla="*/ 339195 w 289849"/>
                <a:gd name="T19" fmla="*/ 728058 h 290152"/>
                <a:gd name="T20" fmla="*/ 408000 w 289849"/>
                <a:gd name="T21" fmla="*/ 629702 h 290152"/>
                <a:gd name="T22" fmla="*/ 534743 w 289849"/>
                <a:gd name="T23" fmla="*/ 629702 h 290152"/>
                <a:gd name="T24" fmla="*/ 603547 w 289849"/>
                <a:gd name="T25" fmla="*/ 540950 h 290152"/>
                <a:gd name="T26" fmla="*/ 633728 w 289849"/>
                <a:gd name="T27" fmla="*/ 822812 h 290152"/>
                <a:gd name="T28" fmla="*/ 599926 w 289849"/>
                <a:gd name="T29" fmla="*/ 436594 h 290152"/>
                <a:gd name="T30" fmla="*/ 461676 w 289849"/>
                <a:gd name="T31" fmla="*/ 352871 h 290152"/>
                <a:gd name="T32" fmla="*/ 207497 w 289849"/>
                <a:gd name="T33" fmla="*/ 352871 h 290152"/>
                <a:gd name="T34" fmla="*/ 764904 w 289849"/>
                <a:gd name="T35" fmla="*/ 336518 h 290152"/>
                <a:gd name="T36" fmla="*/ 679847 w 289849"/>
                <a:gd name="T37" fmla="*/ 420874 h 290152"/>
                <a:gd name="T38" fmla="*/ 747195 w 289849"/>
                <a:gd name="T39" fmla="*/ 279468 h 290152"/>
                <a:gd name="T40" fmla="*/ 870318 w 289849"/>
                <a:gd name="T41" fmla="*/ 401810 h 290152"/>
                <a:gd name="T42" fmla="*/ 548079 w 289849"/>
                <a:gd name="T43" fmla="*/ 242701 h 290152"/>
                <a:gd name="T44" fmla="*/ 414917 w 289849"/>
                <a:gd name="T45" fmla="*/ 273094 h 290152"/>
                <a:gd name="T46" fmla="*/ 223195 w 289849"/>
                <a:gd name="T47" fmla="*/ 242701 h 290152"/>
                <a:gd name="T48" fmla="*/ 334249 w 289849"/>
                <a:gd name="T49" fmla="*/ 273094 h 290152"/>
                <a:gd name="T50" fmla="*/ 223195 w 289849"/>
                <a:gd name="T51" fmla="*/ 242701 h 290152"/>
                <a:gd name="T52" fmla="*/ 940331 w 289849"/>
                <a:gd name="T53" fmla="*/ 125935 h 290152"/>
                <a:gd name="T54" fmla="*/ 142436 w 289849"/>
                <a:gd name="T55" fmla="*/ 29981 h 290152"/>
                <a:gd name="T56" fmla="*/ 814791 w 289849"/>
                <a:gd name="T57" fmla="*/ 935558 h 290152"/>
                <a:gd name="T58" fmla="*/ 747195 w 289849"/>
                <a:gd name="T59" fmla="*/ 552942 h 290152"/>
                <a:gd name="T60" fmla="*/ 715810 w 289849"/>
                <a:gd name="T61" fmla="*/ 852796 h 290152"/>
                <a:gd name="T62" fmla="*/ 113468 w 289849"/>
                <a:gd name="T63" fmla="*/ 253080 h 290152"/>
                <a:gd name="T64" fmla="*/ 142436 w 289849"/>
                <a:gd name="T65" fmla="*/ 596117 h 290152"/>
                <a:gd name="T66" fmla="*/ 334367 w 289849"/>
                <a:gd name="T67" fmla="*/ 520556 h 290152"/>
                <a:gd name="T68" fmla="*/ 535951 w 289849"/>
                <a:gd name="T69" fmla="*/ 465379 h 290152"/>
                <a:gd name="T70" fmla="*/ 814791 w 289849"/>
                <a:gd name="T71" fmla="*/ 266271 h 290152"/>
                <a:gd name="T72" fmla="*/ 254696 w 289849"/>
                <a:gd name="T73" fmla="*/ 141528 h 290152"/>
                <a:gd name="T74" fmla="*/ 829278 w 289849"/>
                <a:gd name="T75" fmla="*/ 0 h 290152"/>
                <a:gd name="T76" fmla="*/ 843763 w 289849"/>
                <a:gd name="T77" fmla="*/ 155929 h 290152"/>
                <a:gd name="T78" fmla="*/ 889627 w 289849"/>
                <a:gd name="T79" fmla="*/ 453387 h 290152"/>
                <a:gd name="T80" fmla="*/ 907737 w 289849"/>
                <a:gd name="T81" fmla="*/ 623706 h 290152"/>
                <a:gd name="T82" fmla="*/ 843763 w 289849"/>
                <a:gd name="T83" fmla="*/ 951152 h 290152"/>
                <a:gd name="T84" fmla="*/ 0 w 289849"/>
                <a:gd name="T85" fmla="*/ 951152 h 29015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289849" h="290152">
                  <a:moveTo>
                    <a:pt x="71674" y="223388"/>
                  </a:moveTo>
                  <a:lnTo>
                    <a:pt x="71674" y="247568"/>
                  </a:lnTo>
                  <a:lnTo>
                    <a:pt x="92204" y="247568"/>
                  </a:lnTo>
                  <a:lnTo>
                    <a:pt x="92204" y="223388"/>
                  </a:lnTo>
                  <a:lnTo>
                    <a:pt x="71674" y="223388"/>
                  </a:lnTo>
                  <a:close/>
                  <a:moveTo>
                    <a:pt x="130383" y="194157"/>
                  </a:moveTo>
                  <a:lnTo>
                    <a:pt x="130383" y="247568"/>
                  </a:lnTo>
                  <a:lnTo>
                    <a:pt x="150912" y="247568"/>
                  </a:lnTo>
                  <a:lnTo>
                    <a:pt x="150912" y="194157"/>
                  </a:lnTo>
                  <a:lnTo>
                    <a:pt x="130383" y="194157"/>
                  </a:lnTo>
                  <a:close/>
                  <a:moveTo>
                    <a:pt x="261485" y="144715"/>
                  </a:moveTo>
                  <a:cubicBezTo>
                    <a:pt x="257884" y="150850"/>
                    <a:pt x="252841" y="155542"/>
                    <a:pt x="247079" y="159151"/>
                  </a:cubicBezTo>
                  <a:lnTo>
                    <a:pt x="263647" y="175752"/>
                  </a:lnTo>
                  <a:cubicBezTo>
                    <a:pt x="267608" y="179721"/>
                    <a:pt x="274092" y="179721"/>
                    <a:pt x="278053" y="175752"/>
                  </a:cubicBezTo>
                  <a:cubicBezTo>
                    <a:pt x="282015" y="171782"/>
                    <a:pt x="282015" y="165286"/>
                    <a:pt x="278053" y="161316"/>
                  </a:cubicBezTo>
                  <a:lnTo>
                    <a:pt x="261485" y="144715"/>
                  </a:lnTo>
                  <a:close/>
                  <a:moveTo>
                    <a:pt x="179006" y="131363"/>
                  </a:moveTo>
                  <a:lnTo>
                    <a:pt x="164599" y="147963"/>
                  </a:lnTo>
                  <a:cubicBezTo>
                    <a:pt x="163158" y="149407"/>
                    <a:pt x="160997" y="150129"/>
                    <a:pt x="159557" y="149407"/>
                  </a:cubicBezTo>
                  <a:lnTo>
                    <a:pt x="131463" y="137498"/>
                  </a:lnTo>
                  <a:lnTo>
                    <a:pt x="103730" y="164925"/>
                  </a:lnTo>
                  <a:cubicBezTo>
                    <a:pt x="102289" y="166369"/>
                    <a:pt x="100128" y="166729"/>
                    <a:pt x="98687" y="165647"/>
                  </a:cubicBezTo>
                  <a:lnTo>
                    <a:pt x="79238" y="155181"/>
                  </a:lnTo>
                  <a:lnTo>
                    <a:pt x="42500" y="191631"/>
                  </a:lnTo>
                  <a:lnTo>
                    <a:pt x="42500" y="247568"/>
                  </a:lnTo>
                  <a:lnTo>
                    <a:pt x="63030" y="247568"/>
                  </a:lnTo>
                  <a:lnTo>
                    <a:pt x="63030" y="219058"/>
                  </a:lnTo>
                  <a:cubicBezTo>
                    <a:pt x="63030" y="216532"/>
                    <a:pt x="65191" y="214727"/>
                    <a:pt x="67713" y="214727"/>
                  </a:cubicBezTo>
                  <a:lnTo>
                    <a:pt x="96887" y="214727"/>
                  </a:lnTo>
                  <a:cubicBezTo>
                    <a:pt x="99048" y="214727"/>
                    <a:pt x="101209" y="216532"/>
                    <a:pt x="101209" y="219058"/>
                  </a:cubicBezTo>
                  <a:lnTo>
                    <a:pt x="101209" y="247568"/>
                  </a:lnTo>
                  <a:lnTo>
                    <a:pt x="121738" y="247568"/>
                  </a:lnTo>
                  <a:lnTo>
                    <a:pt x="121738" y="189465"/>
                  </a:lnTo>
                  <a:cubicBezTo>
                    <a:pt x="121738" y="187300"/>
                    <a:pt x="123539" y="185495"/>
                    <a:pt x="126061" y="185495"/>
                  </a:cubicBezTo>
                  <a:lnTo>
                    <a:pt x="155235" y="185495"/>
                  </a:lnTo>
                  <a:cubicBezTo>
                    <a:pt x="157756" y="185495"/>
                    <a:pt x="159557" y="187300"/>
                    <a:pt x="159557" y="189465"/>
                  </a:cubicBezTo>
                  <a:lnTo>
                    <a:pt x="159557" y="247568"/>
                  </a:lnTo>
                  <a:lnTo>
                    <a:pt x="180086" y="247568"/>
                  </a:lnTo>
                  <a:lnTo>
                    <a:pt x="180086" y="162760"/>
                  </a:lnTo>
                  <a:cubicBezTo>
                    <a:pt x="180086" y="160594"/>
                    <a:pt x="182247" y="158790"/>
                    <a:pt x="184409" y="158790"/>
                  </a:cubicBezTo>
                  <a:cubicBezTo>
                    <a:pt x="186930" y="158790"/>
                    <a:pt x="189091" y="160594"/>
                    <a:pt x="189091" y="162760"/>
                  </a:cubicBezTo>
                  <a:lnTo>
                    <a:pt x="189091" y="247568"/>
                  </a:lnTo>
                  <a:lnTo>
                    <a:pt x="209260" y="247568"/>
                  </a:lnTo>
                  <a:lnTo>
                    <a:pt x="209260" y="164203"/>
                  </a:lnTo>
                  <a:cubicBezTo>
                    <a:pt x="194493" y="159151"/>
                    <a:pt x="182608" y="146881"/>
                    <a:pt x="179006" y="131363"/>
                  </a:cubicBezTo>
                  <a:close/>
                  <a:moveTo>
                    <a:pt x="66586" y="101600"/>
                  </a:moveTo>
                  <a:lnTo>
                    <a:pt x="133440" y="101600"/>
                  </a:lnTo>
                  <a:cubicBezTo>
                    <a:pt x="135597" y="101600"/>
                    <a:pt x="137754" y="103505"/>
                    <a:pt x="137754" y="106172"/>
                  </a:cubicBezTo>
                  <a:cubicBezTo>
                    <a:pt x="137754" y="108458"/>
                    <a:pt x="135597" y="110744"/>
                    <a:pt x="133440" y="110744"/>
                  </a:cubicBezTo>
                  <a:lnTo>
                    <a:pt x="66586" y="110744"/>
                  </a:lnTo>
                  <a:cubicBezTo>
                    <a:pt x="64070" y="110744"/>
                    <a:pt x="61913" y="108458"/>
                    <a:pt x="61913" y="106172"/>
                  </a:cubicBezTo>
                  <a:cubicBezTo>
                    <a:pt x="61913" y="103505"/>
                    <a:pt x="64070" y="101600"/>
                    <a:pt x="66586" y="101600"/>
                  </a:cubicBezTo>
                  <a:close/>
                  <a:moveTo>
                    <a:pt x="223451" y="96838"/>
                  </a:moveTo>
                  <a:cubicBezTo>
                    <a:pt x="226025" y="96838"/>
                    <a:pt x="228232" y="99045"/>
                    <a:pt x="228232" y="101252"/>
                  </a:cubicBezTo>
                  <a:cubicBezTo>
                    <a:pt x="228232" y="103827"/>
                    <a:pt x="226025" y="106034"/>
                    <a:pt x="223451" y="106034"/>
                  </a:cubicBezTo>
                  <a:cubicBezTo>
                    <a:pt x="214623" y="106034"/>
                    <a:pt x="207266" y="113023"/>
                    <a:pt x="207266" y="122218"/>
                  </a:cubicBezTo>
                  <a:cubicBezTo>
                    <a:pt x="207266" y="124793"/>
                    <a:pt x="205427" y="126632"/>
                    <a:pt x="202852" y="126632"/>
                  </a:cubicBezTo>
                  <a:cubicBezTo>
                    <a:pt x="200277" y="126632"/>
                    <a:pt x="198438" y="124793"/>
                    <a:pt x="198438" y="122218"/>
                  </a:cubicBezTo>
                  <a:cubicBezTo>
                    <a:pt x="198438" y="108241"/>
                    <a:pt x="209841" y="96838"/>
                    <a:pt x="223451" y="96838"/>
                  </a:cubicBezTo>
                  <a:close/>
                  <a:moveTo>
                    <a:pt x="222947" y="84086"/>
                  </a:moveTo>
                  <a:cubicBezTo>
                    <a:pt x="203137" y="84086"/>
                    <a:pt x="186570" y="100687"/>
                    <a:pt x="186570" y="120897"/>
                  </a:cubicBezTo>
                  <a:cubicBezTo>
                    <a:pt x="186570" y="141107"/>
                    <a:pt x="203137" y="157707"/>
                    <a:pt x="222947" y="157707"/>
                  </a:cubicBezTo>
                  <a:cubicBezTo>
                    <a:pt x="243477" y="157707"/>
                    <a:pt x="259685" y="141107"/>
                    <a:pt x="259685" y="120897"/>
                  </a:cubicBezTo>
                  <a:cubicBezTo>
                    <a:pt x="259685" y="100687"/>
                    <a:pt x="243477" y="84086"/>
                    <a:pt x="222947" y="84086"/>
                  </a:cubicBezTo>
                  <a:close/>
                  <a:moveTo>
                    <a:pt x="123802" y="73025"/>
                  </a:moveTo>
                  <a:lnTo>
                    <a:pt x="163536" y="73025"/>
                  </a:lnTo>
                  <a:cubicBezTo>
                    <a:pt x="166088" y="73025"/>
                    <a:pt x="167911" y="75311"/>
                    <a:pt x="167911" y="77597"/>
                  </a:cubicBezTo>
                  <a:cubicBezTo>
                    <a:pt x="167911" y="80264"/>
                    <a:pt x="166088" y="82169"/>
                    <a:pt x="163536" y="82169"/>
                  </a:cubicBezTo>
                  <a:lnTo>
                    <a:pt x="123802" y="82169"/>
                  </a:lnTo>
                  <a:cubicBezTo>
                    <a:pt x="121250" y="82169"/>
                    <a:pt x="119063" y="80264"/>
                    <a:pt x="119063" y="77597"/>
                  </a:cubicBezTo>
                  <a:cubicBezTo>
                    <a:pt x="119063" y="75311"/>
                    <a:pt x="121250" y="73025"/>
                    <a:pt x="123802" y="73025"/>
                  </a:cubicBezTo>
                  <a:close/>
                  <a:moveTo>
                    <a:pt x="66596" y="73025"/>
                  </a:moveTo>
                  <a:lnTo>
                    <a:pt x="99733" y="73025"/>
                  </a:lnTo>
                  <a:cubicBezTo>
                    <a:pt x="102614" y="73025"/>
                    <a:pt x="104415" y="75311"/>
                    <a:pt x="104415" y="77597"/>
                  </a:cubicBezTo>
                  <a:cubicBezTo>
                    <a:pt x="104415" y="80264"/>
                    <a:pt x="102614" y="82169"/>
                    <a:pt x="99733" y="82169"/>
                  </a:cubicBezTo>
                  <a:lnTo>
                    <a:pt x="66596" y="82169"/>
                  </a:lnTo>
                  <a:cubicBezTo>
                    <a:pt x="64074" y="82169"/>
                    <a:pt x="61913" y="80264"/>
                    <a:pt x="61913" y="77597"/>
                  </a:cubicBezTo>
                  <a:cubicBezTo>
                    <a:pt x="61913" y="75311"/>
                    <a:pt x="64074" y="73025"/>
                    <a:pt x="66596" y="73025"/>
                  </a:cubicBezTo>
                  <a:close/>
                  <a:moveTo>
                    <a:pt x="68073" y="9022"/>
                  </a:moveTo>
                  <a:cubicBezTo>
                    <a:pt x="77077" y="15879"/>
                    <a:pt x="83200" y="25984"/>
                    <a:pt x="84641" y="37893"/>
                  </a:cubicBezTo>
                  <a:lnTo>
                    <a:pt x="280575" y="37893"/>
                  </a:lnTo>
                  <a:cubicBezTo>
                    <a:pt x="278414" y="21653"/>
                    <a:pt x="264367" y="9022"/>
                    <a:pt x="247439" y="9022"/>
                  </a:cubicBezTo>
                  <a:lnTo>
                    <a:pt x="68073" y="9022"/>
                  </a:lnTo>
                  <a:close/>
                  <a:moveTo>
                    <a:pt x="42500" y="9022"/>
                  </a:moveTo>
                  <a:cubicBezTo>
                    <a:pt x="24131" y="9022"/>
                    <a:pt x="9004" y="24179"/>
                    <a:pt x="9004" y="42584"/>
                  </a:cubicBezTo>
                  <a:lnTo>
                    <a:pt x="9004" y="281491"/>
                  </a:lnTo>
                  <a:lnTo>
                    <a:pt x="243117" y="281491"/>
                  </a:lnTo>
                  <a:lnTo>
                    <a:pt x="243117" y="167812"/>
                  </a:lnTo>
                  <a:lnTo>
                    <a:pt x="238795" y="163481"/>
                  </a:lnTo>
                  <a:cubicBezTo>
                    <a:pt x="233752" y="165286"/>
                    <a:pt x="228710" y="166369"/>
                    <a:pt x="222947" y="166369"/>
                  </a:cubicBezTo>
                  <a:cubicBezTo>
                    <a:pt x="221506" y="166369"/>
                    <a:pt x="220066" y="166369"/>
                    <a:pt x="218265" y="166008"/>
                  </a:cubicBezTo>
                  <a:lnTo>
                    <a:pt x="218265" y="252259"/>
                  </a:lnTo>
                  <a:cubicBezTo>
                    <a:pt x="218265" y="254786"/>
                    <a:pt x="216464" y="256590"/>
                    <a:pt x="213583" y="256590"/>
                  </a:cubicBezTo>
                  <a:lnTo>
                    <a:pt x="38178" y="256590"/>
                  </a:lnTo>
                  <a:cubicBezTo>
                    <a:pt x="36017" y="256590"/>
                    <a:pt x="33856" y="254786"/>
                    <a:pt x="33856" y="252259"/>
                  </a:cubicBezTo>
                  <a:lnTo>
                    <a:pt x="33856" y="76147"/>
                  </a:lnTo>
                  <a:cubicBezTo>
                    <a:pt x="33856" y="73981"/>
                    <a:pt x="36017" y="71816"/>
                    <a:pt x="38178" y="71816"/>
                  </a:cubicBezTo>
                  <a:cubicBezTo>
                    <a:pt x="40699" y="71816"/>
                    <a:pt x="42500" y="73981"/>
                    <a:pt x="42500" y="76147"/>
                  </a:cubicBezTo>
                  <a:lnTo>
                    <a:pt x="42500" y="179360"/>
                  </a:lnTo>
                  <a:lnTo>
                    <a:pt x="75276" y="146881"/>
                  </a:lnTo>
                  <a:cubicBezTo>
                    <a:pt x="77077" y="145437"/>
                    <a:pt x="78878" y="145076"/>
                    <a:pt x="80679" y="145798"/>
                  </a:cubicBezTo>
                  <a:lnTo>
                    <a:pt x="99768" y="156625"/>
                  </a:lnTo>
                  <a:lnTo>
                    <a:pt x="127141" y="128836"/>
                  </a:lnTo>
                  <a:cubicBezTo>
                    <a:pt x="128222" y="127754"/>
                    <a:pt x="130022" y="127393"/>
                    <a:pt x="131823" y="128115"/>
                  </a:cubicBezTo>
                  <a:lnTo>
                    <a:pt x="159917" y="140024"/>
                  </a:lnTo>
                  <a:lnTo>
                    <a:pt x="177925" y="119093"/>
                  </a:lnTo>
                  <a:cubicBezTo>
                    <a:pt x="179006" y="94913"/>
                    <a:pt x="198815" y="75425"/>
                    <a:pt x="222947" y="75425"/>
                  </a:cubicBezTo>
                  <a:cubicBezTo>
                    <a:pt x="230150" y="75425"/>
                    <a:pt x="236994" y="77229"/>
                    <a:pt x="243117" y="80116"/>
                  </a:cubicBezTo>
                  <a:lnTo>
                    <a:pt x="243117" y="46915"/>
                  </a:lnTo>
                  <a:lnTo>
                    <a:pt x="80319" y="46915"/>
                  </a:lnTo>
                  <a:cubicBezTo>
                    <a:pt x="77797" y="46915"/>
                    <a:pt x="75997" y="44750"/>
                    <a:pt x="75997" y="42584"/>
                  </a:cubicBezTo>
                  <a:cubicBezTo>
                    <a:pt x="75997" y="24179"/>
                    <a:pt x="60869" y="9022"/>
                    <a:pt x="42500" y="9022"/>
                  </a:cubicBezTo>
                  <a:close/>
                  <a:moveTo>
                    <a:pt x="42500" y="0"/>
                  </a:moveTo>
                  <a:lnTo>
                    <a:pt x="247439" y="0"/>
                  </a:lnTo>
                  <a:cubicBezTo>
                    <a:pt x="270850" y="0"/>
                    <a:pt x="289579" y="19127"/>
                    <a:pt x="289579" y="42584"/>
                  </a:cubicBezTo>
                  <a:cubicBezTo>
                    <a:pt x="289579" y="44750"/>
                    <a:pt x="287778" y="46915"/>
                    <a:pt x="285257" y="46915"/>
                  </a:cubicBezTo>
                  <a:lnTo>
                    <a:pt x="251761" y="46915"/>
                  </a:lnTo>
                  <a:lnTo>
                    <a:pt x="251761" y="85891"/>
                  </a:lnTo>
                  <a:cubicBezTo>
                    <a:pt x="261846" y="94191"/>
                    <a:pt x="268689" y="106822"/>
                    <a:pt x="268689" y="120897"/>
                  </a:cubicBezTo>
                  <a:cubicBezTo>
                    <a:pt x="268689" y="126310"/>
                    <a:pt x="267608" y="131724"/>
                    <a:pt x="265447" y="136415"/>
                  </a:cubicBezTo>
                  <a:lnTo>
                    <a:pt x="284176" y="155181"/>
                  </a:lnTo>
                  <a:cubicBezTo>
                    <a:pt x="291740" y="162399"/>
                    <a:pt x="291740" y="174669"/>
                    <a:pt x="284176" y="181887"/>
                  </a:cubicBezTo>
                  <a:cubicBezTo>
                    <a:pt x="280575" y="185856"/>
                    <a:pt x="275532" y="187661"/>
                    <a:pt x="270850" y="187661"/>
                  </a:cubicBezTo>
                  <a:cubicBezTo>
                    <a:pt x="265808" y="187661"/>
                    <a:pt x="260765" y="185856"/>
                    <a:pt x="257163" y="181887"/>
                  </a:cubicBezTo>
                  <a:lnTo>
                    <a:pt x="251761" y="176473"/>
                  </a:lnTo>
                  <a:lnTo>
                    <a:pt x="251761" y="286183"/>
                  </a:lnTo>
                  <a:cubicBezTo>
                    <a:pt x="251761" y="288348"/>
                    <a:pt x="249960" y="290152"/>
                    <a:pt x="247439" y="290152"/>
                  </a:cubicBezTo>
                  <a:lnTo>
                    <a:pt x="4682" y="290152"/>
                  </a:lnTo>
                  <a:cubicBezTo>
                    <a:pt x="2161" y="290152"/>
                    <a:pt x="0" y="288348"/>
                    <a:pt x="0" y="286183"/>
                  </a:cubicBezTo>
                  <a:lnTo>
                    <a:pt x="0" y="42584"/>
                  </a:lnTo>
                  <a:cubicBezTo>
                    <a:pt x="0" y="19127"/>
                    <a:pt x="19089" y="0"/>
                    <a:pt x="4250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endParaRPr lang="en-US" dirty="0">
                <a:latin typeface="Lato Light" panose="020F0502020204030203" pitchFamily="34" charset="0"/>
              </a:endParaRPr>
            </a:p>
          </p:txBody>
        </p:sp>
        <p:sp>
          <p:nvSpPr>
            <p:cNvPr id="81" name="TextBox 15">
              <a:extLst>
                <a:ext uri="{FF2B5EF4-FFF2-40B4-BE49-F238E27FC236}">
                  <a16:creationId xmlns:a16="http://schemas.microsoft.com/office/drawing/2014/main" id="{E9B28494-F067-F045-A7B1-4529BDFCA8A4}"/>
                </a:ext>
              </a:extLst>
            </p:cNvPr>
            <p:cNvSpPr txBox="1"/>
            <p:nvPr/>
          </p:nvSpPr>
          <p:spPr>
            <a:xfrm>
              <a:off x="3354271" y="806364"/>
              <a:ext cx="3942422" cy="961857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2400" b="1" dirty="0">
                  <a:solidFill>
                    <a:schemeClr val="tx2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INDICE DE  PERDIDAS POR</a:t>
              </a:r>
            </a:p>
            <a:p>
              <a:r>
                <a:rPr lang="en-US" sz="2400" b="1" dirty="0">
                  <a:solidFill>
                    <a:schemeClr val="tx2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 USUARIO FACTURADO</a:t>
              </a:r>
            </a:p>
          </p:txBody>
        </p:sp>
        <p:sp>
          <p:nvSpPr>
            <p:cNvPr id="82" name="TextBox 18">
              <a:extLst>
                <a:ext uri="{FF2B5EF4-FFF2-40B4-BE49-F238E27FC236}">
                  <a16:creationId xmlns:a16="http://schemas.microsoft.com/office/drawing/2014/main" id="{390351B0-BA4C-71E3-DA17-78237B0E4282}"/>
                </a:ext>
              </a:extLst>
            </p:cNvPr>
            <p:cNvSpPr txBox="1"/>
            <p:nvPr/>
          </p:nvSpPr>
          <p:spPr>
            <a:xfrm>
              <a:off x="4508904" y="1511995"/>
              <a:ext cx="2758064" cy="1175603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6000" b="1" dirty="0">
                  <a:solidFill>
                    <a:schemeClr val="accent1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11,5 M3</a:t>
              </a:r>
            </a:p>
          </p:txBody>
        </p:sp>
      </p:grpSp>
      <p:grpSp>
        <p:nvGrpSpPr>
          <p:cNvPr id="87" name="Grupo 86">
            <a:extLst>
              <a:ext uri="{FF2B5EF4-FFF2-40B4-BE49-F238E27FC236}">
                <a16:creationId xmlns:a16="http://schemas.microsoft.com/office/drawing/2014/main" id="{568E9A9E-46F1-8D6F-6E6F-ACFF13623026}"/>
              </a:ext>
            </a:extLst>
          </p:cNvPr>
          <p:cNvGrpSpPr/>
          <p:nvPr/>
        </p:nvGrpSpPr>
        <p:grpSpPr>
          <a:xfrm>
            <a:off x="2984843" y="8290609"/>
            <a:ext cx="6786303" cy="4931835"/>
            <a:chOff x="10591304" y="7794145"/>
            <a:chExt cx="8816936" cy="5285047"/>
          </a:xfrm>
        </p:grpSpPr>
        <p:sp>
          <p:nvSpPr>
            <p:cNvPr id="86" name="Rectangle 4">
              <a:extLst>
                <a:ext uri="{FF2B5EF4-FFF2-40B4-BE49-F238E27FC236}">
                  <a16:creationId xmlns:a16="http://schemas.microsoft.com/office/drawing/2014/main" id="{68281792-1FC1-EAC5-9AF9-58F037A28310}"/>
                </a:ext>
              </a:extLst>
            </p:cNvPr>
            <p:cNvSpPr/>
            <p:nvPr/>
          </p:nvSpPr>
          <p:spPr>
            <a:xfrm>
              <a:off x="10591304" y="7794145"/>
              <a:ext cx="8816936" cy="5285047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 Light" panose="020F0502020204030203" pitchFamily="34" charset="0"/>
              </a:endParaRPr>
            </a:p>
          </p:txBody>
        </p:sp>
        <p:sp>
          <p:nvSpPr>
            <p:cNvPr id="83" name="TextBox 41">
              <a:extLst>
                <a:ext uri="{FF2B5EF4-FFF2-40B4-BE49-F238E27FC236}">
                  <a16:creationId xmlns:a16="http://schemas.microsoft.com/office/drawing/2014/main" id="{BDDAF202-5E28-AD7D-EDB0-EF9D6697E917}"/>
                </a:ext>
              </a:extLst>
            </p:cNvPr>
            <p:cNvSpPr txBox="1"/>
            <p:nvPr/>
          </p:nvSpPr>
          <p:spPr>
            <a:xfrm>
              <a:off x="11907709" y="7914751"/>
              <a:ext cx="6029722" cy="107721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3200" b="1" dirty="0">
                  <a:solidFill>
                    <a:schemeClr val="tx2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COMPORTAMIENTO</a:t>
              </a:r>
            </a:p>
            <a:p>
              <a:r>
                <a:rPr lang="en-US" sz="3200" b="1" dirty="0">
                  <a:solidFill>
                    <a:schemeClr val="tx2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CONSUMO PROMEDIO</a:t>
              </a:r>
            </a:p>
          </p:txBody>
        </p:sp>
        <p:sp>
          <p:nvSpPr>
            <p:cNvPr id="84" name="TextBox 42">
              <a:extLst>
                <a:ext uri="{FF2B5EF4-FFF2-40B4-BE49-F238E27FC236}">
                  <a16:creationId xmlns:a16="http://schemas.microsoft.com/office/drawing/2014/main" id="{94451A48-A23B-DCEF-CAC3-18D952813420}"/>
                </a:ext>
              </a:extLst>
            </p:cNvPr>
            <p:cNvSpPr txBox="1"/>
            <p:nvPr/>
          </p:nvSpPr>
          <p:spPr>
            <a:xfrm>
              <a:off x="11907709" y="8794903"/>
              <a:ext cx="6428564" cy="410753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lang="en-US" sz="1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Type your desired text here for more.</a:t>
              </a:r>
            </a:p>
          </p:txBody>
        </p:sp>
        <p:graphicFrame>
          <p:nvGraphicFramePr>
            <p:cNvPr id="85" name="Chart 44">
              <a:extLst>
                <a:ext uri="{FF2B5EF4-FFF2-40B4-BE49-F238E27FC236}">
                  <a16:creationId xmlns:a16="http://schemas.microsoft.com/office/drawing/2014/main" id="{40EFD8FE-4A12-4548-3F60-68298E9460B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555888984"/>
                </p:ext>
              </p:extLst>
            </p:nvPr>
          </p:nvGraphicFramePr>
          <p:xfrm>
            <a:off x="11970418" y="9380615"/>
            <a:ext cx="6365855" cy="340734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grpSp>
        <p:nvGrpSpPr>
          <p:cNvPr id="88" name="Grupo 87">
            <a:extLst>
              <a:ext uri="{FF2B5EF4-FFF2-40B4-BE49-F238E27FC236}">
                <a16:creationId xmlns:a16="http://schemas.microsoft.com/office/drawing/2014/main" id="{55294127-1B9D-5D76-FFD1-B128082FEE60}"/>
              </a:ext>
            </a:extLst>
          </p:cNvPr>
          <p:cNvGrpSpPr/>
          <p:nvPr/>
        </p:nvGrpSpPr>
        <p:grpSpPr>
          <a:xfrm>
            <a:off x="10104990" y="8269344"/>
            <a:ext cx="6304537" cy="4931835"/>
            <a:chOff x="10591304" y="7794145"/>
            <a:chExt cx="8816936" cy="5285047"/>
          </a:xfrm>
        </p:grpSpPr>
        <p:sp>
          <p:nvSpPr>
            <p:cNvPr id="89" name="Rectangle 4">
              <a:extLst>
                <a:ext uri="{FF2B5EF4-FFF2-40B4-BE49-F238E27FC236}">
                  <a16:creationId xmlns:a16="http://schemas.microsoft.com/office/drawing/2014/main" id="{49943443-D78E-8EFE-8F27-D20E5A275677}"/>
                </a:ext>
              </a:extLst>
            </p:cNvPr>
            <p:cNvSpPr/>
            <p:nvPr/>
          </p:nvSpPr>
          <p:spPr>
            <a:xfrm>
              <a:off x="10591304" y="7794145"/>
              <a:ext cx="8816936" cy="5285047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 Light" panose="020F0502020204030203" pitchFamily="34" charset="0"/>
              </a:endParaRPr>
            </a:p>
          </p:txBody>
        </p:sp>
        <p:sp>
          <p:nvSpPr>
            <p:cNvPr id="90" name="TextBox 41">
              <a:extLst>
                <a:ext uri="{FF2B5EF4-FFF2-40B4-BE49-F238E27FC236}">
                  <a16:creationId xmlns:a16="http://schemas.microsoft.com/office/drawing/2014/main" id="{5F54BBC8-DBF0-1803-512E-9A5B3A35F100}"/>
                </a:ext>
              </a:extLst>
            </p:cNvPr>
            <p:cNvSpPr txBox="1"/>
            <p:nvPr/>
          </p:nvSpPr>
          <p:spPr>
            <a:xfrm>
              <a:off x="11907709" y="7914751"/>
              <a:ext cx="5432000" cy="107721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3200" b="1" dirty="0">
                  <a:solidFill>
                    <a:schemeClr val="tx2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COMPORTAMIENTO</a:t>
              </a:r>
            </a:p>
            <a:p>
              <a:r>
                <a:rPr lang="en-US" sz="3200" b="1" dirty="0">
                  <a:solidFill>
                    <a:schemeClr val="tx2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VALOR PROMEDIO</a:t>
              </a:r>
            </a:p>
          </p:txBody>
        </p:sp>
        <p:sp>
          <p:nvSpPr>
            <p:cNvPr id="91" name="TextBox 42">
              <a:extLst>
                <a:ext uri="{FF2B5EF4-FFF2-40B4-BE49-F238E27FC236}">
                  <a16:creationId xmlns:a16="http://schemas.microsoft.com/office/drawing/2014/main" id="{B178F541-72BF-85DF-5A5A-149F1DBC6E54}"/>
                </a:ext>
              </a:extLst>
            </p:cNvPr>
            <p:cNvSpPr txBox="1"/>
            <p:nvPr/>
          </p:nvSpPr>
          <p:spPr>
            <a:xfrm>
              <a:off x="11907709" y="8794903"/>
              <a:ext cx="6428564" cy="410753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lang="en-US" sz="1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Type your desired text here for more.</a:t>
              </a:r>
            </a:p>
          </p:txBody>
        </p:sp>
        <p:graphicFrame>
          <p:nvGraphicFramePr>
            <p:cNvPr id="92" name="Chart 44">
              <a:extLst>
                <a:ext uri="{FF2B5EF4-FFF2-40B4-BE49-F238E27FC236}">
                  <a16:creationId xmlns:a16="http://schemas.microsoft.com/office/drawing/2014/main" id="{D4F21851-785A-8004-4721-2B23B69E782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626366554"/>
                </p:ext>
              </p:extLst>
            </p:nvPr>
          </p:nvGraphicFramePr>
          <p:xfrm>
            <a:off x="11970418" y="9380615"/>
            <a:ext cx="6365855" cy="340734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grpSp>
        <p:nvGrpSpPr>
          <p:cNvPr id="93" name="Grupo 92">
            <a:extLst>
              <a:ext uri="{FF2B5EF4-FFF2-40B4-BE49-F238E27FC236}">
                <a16:creationId xmlns:a16="http://schemas.microsoft.com/office/drawing/2014/main" id="{9FF899E6-3735-70C6-27B2-0114D9B69956}"/>
              </a:ext>
            </a:extLst>
          </p:cNvPr>
          <p:cNvGrpSpPr/>
          <p:nvPr/>
        </p:nvGrpSpPr>
        <p:grpSpPr>
          <a:xfrm>
            <a:off x="16766707" y="8269344"/>
            <a:ext cx="7008027" cy="4927306"/>
            <a:chOff x="10591304" y="7794145"/>
            <a:chExt cx="8816936" cy="5285047"/>
          </a:xfrm>
        </p:grpSpPr>
        <p:sp>
          <p:nvSpPr>
            <p:cNvPr id="94" name="Rectangle 4">
              <a:extLst>
                <a:ext uri="{FF2B5EF4-FFF2-40B4-BE49-F238E27FC236}">
                  <a16:creationId xmlns:a16="http://schemas.microsoft.com/office/drawing/2014/main" id="{E67261B4-07AF-0372-466B-2778C3EDEB2A}"/>
                </a:ext>
              </a:extLst>
            </p:cNvPr>
            <p:cNvSpPr/>
            <p:nvPr/>
          </p:nvSpPr>
          <p:spPr>
            <a:xfrm>
              <a:off x="10591304" y="7794145"/>
              <a:ext cx="8816936" cy="5285047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 Light" panose="020F0502020204030203" pitchFamily="34" charset="0"/>
              </a:endParaRPr>
            </a:p>
          </p:txBody>
        </p:sp>
        <p:sp>
          <p:nvSpPr>
            <p:cNvPr id="95" name="TextBox 41">
              <a:extLst>
                <a:ext uri="{FF2B5EF4-FFF2-40B4-BE49-F238E27FC236}">
                  <a16:creationId xmlns:a16="http://schemas.microsoft.com/office/drawing/2014/main" id="{81B788E8-7C5F-8A7E-D291-E6DB3974026A}"/>
                </a:ext>
              </a:extLst>
            </p:cNvPr>
            <p:cNvSpPr txBox="1"/>
            <p:nvPr/>
          </p:nvSpPr>
          <p:spPr>
            <a:xfrm>
              <a:off x="11907709" y="7914751"/>
              <a:ext cx="5432000" cy="107721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3200" b="1" dirty="0">
                  <a:solidFill>
                    <a:schemeClr val="tx2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COMPORTAMIENTO</a:t>
              </a:r>
            </a:p>
            <a:p>
              <a:r>
                <a:rPr lang="en-US" sz="3200" b="1" dirty="0">
                  <a:solidFill>
                    <a:schemeClr val="tx2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PERDIDAS</a:t>
              </a:r>
            </a:p>
          </p:txBody>
        </p:sp>
        <p:sp>
          <p:nvSpPr>
            <p:cNvPr id="96" name="TextBox 42">
              <a:extLst>
                <a:ext uri="{FF2B5EF4-FFF2-40B4-BE49-F238E27FC236}">
                  <a16:creationId xmlns:a16="http://schemas.microsoft.com/office/drawing/2014/main" id="{52CCBA54-B37A-45BC-8275-2B19922F2FE1}"/>
                </a:ext>
              </a:extLst>
            </p:cNvPr>
            <p:cNvSpPr txBox="1"/>
            <p:nvPr/>
          </p:nvSpPr>
          <p:spPr>
            <a:xfrm>
              <a:off x="11907709" y="8794903"/>
              <a:ext cx="6428564" cy="410753"/>
            </a:xfrm>
            <a:prstGeom prst="rect">
              <a:avLst/>
            </a:prstGeom>
            <a:noFill/>
          </p:spPr>
          <p:txBody>
            <a:bodyPr wrap="square" rtlCol="0" anchor="t" anchorCtr="0">
              <a:spAutoFit/>
            </a:bodyPr>
            <a:lstStyle/>
            <a:p>
              <a:pPr>
                <a:lnSpc>
                  <a:spcPts val="2800"/>
                </a:lnSpc>
              </a:pPr>
              <a:r>
                <a:rPr lang="en-US" sz="18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rPr>
                <a:t>Type your desired text here for more.</a:t>
              </a:r>
            </a:p>
          </p:txBody>
        </p:sp>
        <p:graphicFrame>
          <p:nvGraphicFramePr>
            <p:cNvPr id="97" name="Chart 44">
              <a:extLst>
                <a:ext uri="{FF2B5EF4-FFF2-40B4-BE49-F238E27FC236}">
                  <a16:creationId xmlns:a16="http://schemas.microsoft.com/office/drawing/2014/main" id="{E9979003-022C-EF1F-6AA2-84C1F6019AB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448676950"/>
                </p:ext>
              </p:extLst>
            </p:nvPr>
          </p:nvGraphicFramePr>
          <p:xfrm>
            <a:off x="11970418" y="9380615"/>
            <a:ext cx="6365855" cy="340734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  <p:pic>
        <p:nvPicPr>
          <p:cNvPr id="99" name="Imagen 98">
            <a:extLst>
              <a:ext uri="{FF2B5EF4-FFF2-40B4-BE49-F238E27FC236}">
                <a16:creationId xmlns:a16="http://schemas.microsoft.com/office/drawing/2014/main" id="{9F70DA35-D2E9-B5A2-1B79-2A7D71687F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72133" y="350155"/>
            <a:ext cx="1143000" cy="1654858"/>
          </a:xfrm>
          <a:prstGeom prst="rect">
            <a:avLst/>
          </a:prstGeom>
        </p:spPr>
      </p:pic>
      <p:sp>
        <p:nvSpPr>
          <p:cNvPr id="100" name="CuadroTexto 99">
            <a:extLst>
              <a:ext uri="{FF2B5EF4-FFF2-40B4-BE49-F238E27FC236}">
                <a16:creationId xmlns:a16="http://schemas.microsoft.com/office/drawing/2014/main" id="{E438BB2E-28A4-94D2-1CE0-38862D168FA4}"/>
              </a:ext>
            </a:extLst>
          </p:cNvPr>
          <p:cNvSpPr txBox="1"/>
          <p:nvPr/>
        </p:nvSpPr>
        <p:spPr>
          <a:xfrm>
            <a:off x="6847254" y="555244"/>
            <a:ext cx="10286308" cy="1015663"/>
          </a:xfrm>
          <a:prstGeom prst="rect">
            <a:avLst/>
          </a:prstGeom>
          <a:solidFill>
            <a:srgbClr val="004E9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solidFill>
                  <a:schemeClr val="bg1"/>
                </a:solidFill>
              </a:rPr>
              <a:t>ACUEDUCTO</a:t>
            </a:r>
          </a:p>
        </p:txBody>
      </p:sp>
      <p:pic>
        <p:nvPicPr>
          <p:cNvPr id="102" name="Imagen 101">
            <a:extLst>
              <a:ext uri="{FF2B5EF4-FFF2-40B4-BE49-F238E27FC236}">
                <a16:creationId xmlns:a16="http://schemas.microsoft.com/office/drawing/2014/main" id="{25585843-56CB-1705-0AD3-4B18A9C503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563" y="244970"/>
            <a:ext cx="1991358" cy="2220453"/>
          </a:xfrm>
          <a:prstGeom prst="rect">
            <a:avLst/>
          </a:prstGeom>
        </p:spPr>
      </p:pic>
      <p:pic>
        <p:nvPicPr>
          <p:cNvPr id="104" name="Imagen 103">
            <a:extLst>
              <a:ext uri="{FF2B5EF4-FFF2-40B4-BE49-F238E27FC236}">
                <a16:creationId xmlns:a16="http://schemas.microsoft.com/office/drawing/2014/main" id="{354C9EA0-EACB-53FD-A7E9-9CDF5147B3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12691" y="154316"/>
            <a:ext cx="1937692" cy="1850698"/>
          </a:xfrm>
          <a:prstGeom prst="rect">
            <a:avLst/>
          </a:prstGeom>
        </p:spPr>
      </p:pic>
      <p:grpSp>
        <p:nvGrpSpPr>
          <p:cNvPr id="105" name="Grupo 104">
            <a:extLst>
              <a:ext uri="{FF2B5EF4-FFF2-40B4-BE49-F238E27FC236}">
                <a16:creationId xmlns:a16="http://schemas.microsoft.com/office/drawing/2014/main" id="{A6388092-9A3B-D535-B5D5-8228E2E0C7CC}"/>
              </a:ext>
            </a:extLst>
          </p:cNvPr>
          <p:cNvGrpSpPr/>
          <p:nvPr/>
        </p:nvGrpSpPr>
        <p:grpSpPr>
          <a:xfrm>
            <a:off x="2984843" y="6288852"/>
            <a:ext cx="6786303" cy="1729095"/>
            <a:chOff x="1520825" y="762000"/>
            <a:chExt cx="6858000" cy="2032000"/>
          </a:xfrm>
        </p:grpSpPr>
        <p:sp>
          <p:nvSpPr>
            <p:cNvPr id="106" name="Rectangle 1">
              <a:extLst>
                <a:ext uri="{FF2B5EF4-FFF2-40B4-BE49-F238E27FC236}">
                  <a16:creationId xmlns:a16="http://schemas.microsoft.com/office/drawing/2014/main" id="{A046532E-7A28-2168-7617-584BF07B6BAC}"/>
                </a:ext>
              </a:extLst>
            </p:cNvPr>
            <p:cNvSpPr/>
            <p:nvPr/>
          </p:nvSpPr>
          <p:spPr>
            <a:xfrm>
              <a:off x="1520825" y="762000"/>
              <a:ext cx="6858000" cy="203200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 Light" panose="020F0502020204030203" pitchFamily="34" charset="0"/>
              </a:endParaRPr>
            </a:p>
          </p:txBody>
        </p:sp>
        <p:sp>
          <p:nvSpPr>
            <p:cNvPr id="107" name="Freeform 999">
              <a:extLst>
                <a:ext uri="{FF2B5EF4-FFF2-40B4-BE49-F238E27FC236}">
                  <a16:creationId xmlns:a16="http://schemas.microsoft.com/office/drawing/2014/main" id="{A7B55F0D-C2D3-F3EA-FD73-0D78BE70FC3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81453" y="1431020"/>
              <a:ext cx="717094" cy="717094"/>
            </a:xfrm>
            <a:custGeom>
              <a:avLst/>
              <a:gdLst>
                <a:gd name="T0" fmla="*/ 309016 w 289849"/>
                <a:gd name="T1" fmla="*/ 822812 h 290152"/>
                <a:gd name="T2" fmla="*/ 436972 w 289849"/>
                <a:gd name="T3" fmla="*/ 645296 h 290152"/>
                <a:gd name="T4" fmla="*/ 505772 w 289849"/>
                <a:gd name="T5" fmla="*/ 645296 h 290152"/>
                <a:gd name="T6" fmla="*/ 828071 w 289849"/>
                <a:gd name="T7" fmla="*/ 528952 h 290152"/>
                <a:gd name="T8" fmla="*/ 931875 w 289849"/>
                <a:gd name="T9" fmla="*/ 536147 h 290152"/>
                <a:gd name="T10" fmla="*/ 551647 w 289849"/>
                <a:gd name="T11" fmla="*/ 491767 h 290152"/>
                <a:gd name="T12" fmla="*/ 347643 w 289849"/>
                <a:gd name="T13" fmla="*/ 548137 h 290152"/>
                <a:gd name="T14" fmla="*/ 142436 w 289849"/>
                <a:gd name="T15" fmla="*/ 636901 h 290152"/>
                <a:gd name="T16" fmla="*/ 211239 w 289849"/>
                <a:gd name="T17" fmla="*/ 728058 h 290152"/>
                <a:gd name="T18" fmla="*/ 339195 w 289849"/>
                <a:gd name="T19" fmla="*/ 728058 h 290152"/>
                <a:gd name="T20" fmla="*/ 408000 w 289849"/>
                <a:gd name="T21" fmla="*/ 629702 h 290152"/>
                <a:gd name="T22" fmla="*/ 534743 w 289849"/>
                <a:gd name="T23" fmla="*/ 629702 h 290152"/>
                <a:gd name="T24" fmla="*/ 603547 w 289849"/>
                <a:gd name="T25" fmla="*/ 540950 h 290152"/>
                <a:gd name="T26" fmla="*/ 633728 w 289849"/>
                <a:gd name="T27" fmla="*/ 822812 h 290152"/>
                <a:gd name="T28" fmla="*/ 599926 w 289849"/>
                <a:gd name="T29" fmla="*/ 436594 h 290152"/>
                <a:gd name="T30" fmla="*/ 461676 w 289849"/>
                <a:gd name="T31" fmla="*/ 352871 h 290152"/>
                <a:gd name="T32" fmla="*/ 207497 w 289849"/>
                <a:gd name="T33" fmla="*/ 352871 h 290152"/>
                <a:gd name="T34" fmla="*/ 764904 w 289849"/>
                <a:gd name="T35" fmla="*/ 336518 h 290152"/>
                <a:gd name="T36" fmla="*/ 679847 w 289849"/>
                <a:gd name="T37" fmla="*/ 420874 h 290152"/>
                <a:gd name="T38" fmla="*/ 747195 w 289849"/>
                <a:gd name="T39" fmla="*/ 279468 h 290152"/>
                <a:gd name="T40" fmla="*/ 870318 w 289849"/>
                <a:gd name="T41" fmla="*/ 401810 h 290152"/>
                <a:gd name="T42" fmla="*/ 548079 w 289849"/>
                <a:gd name="T43" fmla="*/ 242701 h 290152"/>
                <a:gd name="T44" fmla="*/ 414917 w 289849"/>
                <a:gd name="T45" fmla="*/ 273094 h 290152"/>
                <a:gd name="T46" fmla="*/ 223195 w 289849"/>
                <a:gd name="T47" fmla="*/ 242701 h 290152"/>
                <a:gd name="T48" fmla="*/ 334249 w 289849"/>
                <a:gd name="T49" fmla="*/ 273094 h 290152"/>
                <a:gd name="T50" fmla="*/ 223195 w 289849"/>
                <a:gd name="T51" fmla="*/ 242701 h 290152"/>
                <a:gd name="T52" fmla="*/ 940331 w 289849"/>
                <a:gd name="T53" fmla="*/ 125935 h 290152"/>
                <a:gd name="T54" fmla="*/ 142436 w 289849"/>
                <a:gd name="T55" fmla="*/ 29981 h 290152"/>
                <a:gd name="T56" fmla="*/ 814791 w 289849"/>
                <a:gd name="T57" fmla="*/ 935558 h 290152"/>
                <a:gd name="T58" fmla="*/ 747195 w 289849"/>
                <a:gd name="T59" fmla="*/ 552942 h 290152"/>
                <a:gd name="T60" fmla="*/ 715810 w 289849"/>
                <a:gd name="T61" fmla="*/ 852796 h 290152"/>
                <a:gd name="T62" fmla="*/ 113468 w 289849"/>
                <a:gd name="T63" fmla="*/ 253080 h 290152"/>
                <a:gd name="T64" fmla="*/ 142436 w 289849"/>
                <a:gd name="T65" fmla="*/ 596117 h 290152"/>
                <a:gd name="T66" fmla="*/ 334367 w 289849"/>
                <a:gd name="T67" fmla="*/ 520556 h 290152"/>
                <a:gd name="T68" fmla="*/ 535951 w 289849"/>
                <a:gd name="T69" fmla="*/ 465379 h 290152"/>
                <a:gd name="T70" fmla="*/ 814791 w 289849"/>
                <a:gd name="T71" fmla="*/ 266271 h 290152"/>
                <a:gd name="T72" fmla="*/ 254696 w 289849"/>
                <a:gd name="T73" fmla="*/ 141528 h 290152"/>
                <a:gd name="T74" fmla="*/ 829278 w 289849"/>
                <a:gd name="T75" fmla="*/ 0 h 290152"/>
                <a:gd name="T76" fmla="*/ 843763 w 289849"/>
                <a:gd name="T77" fmla="*/ 155929 h 290152"/>
                <a:gd name="T78" fmla="*/ 889627 w 289849"/>
                <a:gd name="T79" fmla="*/ 453387 h 290152"/>
                <a:gd name="T80" fmla="*/ 907737 w 289849"/>
                <a:gd name="T81" fmla="*/ 623706 h 290152"/>
                <a:gd name="T82" fmla="*/ 843763 w 289849"/>
                <a:gd name="T83" fmla="*/ 951152 h 290152"/>
                <a:gd name="T84" fmla="*/ 0 w 289849"/>
                <a:gd name="T85" fmla="*/ 951152 h 29015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289849" h="290152">
                  <a:moveTo>
                    <a:pt x="71674" y="223388"/>
                  </a:moveTo>
                  <a:lnTo>
                    <a:pt x="71674" y="247568"/>
                  </a:lnTo>
                  <a:lnTo>
                    <a:pt x="92204" y="247568"/>
                  </a:lnTo>
                  <a:lnTo>
                    <a:pt x="92204" y="223388"/>
                  </a:lnTo>
                  <a:lnTo>
                    <a:pt x="71674" y="223388"/>
                  </a:lnTo>
                  <a:close/>
                  <a:moveTo>
                    <a:pt x="130383" y="194157"/>
                  </a:moveTo>
                  <a:lnTo>
                    <a:pt x="130383" y="247568"/>
                  </a:lnTo>
                  <a:lnTo>
                    <a:pt x="150912" y="247568"/>
                  </a:lnTo>
                  <a:lnTo>
                    <a:pt x="150912" y="194157"/>
                  </a:lnTo>
                  <a:lnTo>
                    <a:pt x="130383" y="194157"/>
                  </a:lnTo>
                  <a:close/>
                  <a:moveTo>
                    <a:pt x="261485" y="144715"/>
                  </a:moveTo>
                  <a:cubicBezTo>
                    <a:pt x="257884" y="150850"/>
                    <a:pt x="252841" y="155542"/>
                    <a:pt x="247079" y="159151"/>
                  </a:cubicBezTo>
                  <a:lnTo>
                    <a:pt x="263647" y="175752"/>
                  </a:lnTo>
                  <a:cubicBezTo>
                    <a:pt x="267608" y="179721"/>
                    <a:pt x="274092" y="179721"/>
                    <a:pt x="278053" y="175752"/>
                  </a:cubicBezTo>
                  <a:cubicBezTo>
                    <a:pt x="282015" y="171782"/>
                    <a:pt x="282015" y="165286"/>
                    <a:pt x="278053" y="161316"/>
                  </a:cubicBezTo>
                  <a:lnTo>
                    <a:pt x="261485" y="144715"/>
                  </a:lnTo>
                  <a:close/>
                  <a:moveTo>
                    <a:pt x="179006" y="131363"/>
                  </a:moveTo>
                  <a:lnTo>
                    <a:pt x="164599" y="147963"/>
                  </a:lnTo>
                  <a:cubicBezTo>
                    <a:pt x="163158" y="149407"/>
                    <a:pt x="160997" y="150129"/>
                    <a:pt x="159557" y="149407"/>
                  </a:cubicBezTo>
                  <a:lnTo>
                    <a:pt x="131463" y="137498"/>
                  </a:lnTo>
                  <a:lnTo>
                    <a:pt x="103730" y="164925"/>
                  </a:lnTo>
                  <a:cubicBezTo>
                    <a:pt x="102289" y="166369"/>
                    <a:pt x="100128" y="166729"/>
                    <a:pt x="98687" y="165647"/>
                  </a:cubicBezTo>
                  <a:lnTo>
                    <a:pt x="79238" y="155181"/>
                  </a:lnTo>
                  <a:lnTo>
                    <a:pt x="42500" y="191631"/>
                  </a:lnTo>
                  <a:lnTo>
                    <a:pt x="42500" y="247568"/>
                  </a:lnTo>
                  <a:lnTo>
                    <a:pt x="63030" y="247568"/>
                  </a:lnTo>
                  <a:lnTo>
                    <a:pt x="63030" y="219058"/>
                  </a:lnTo>
                  <a:cubicBezTo>
                    <a:pt x="63030" y="216532"/>
                    <a:pt x="65191" y="214727"/>
                    <a:pt x="67713" y="214727"/>
                  </a:cubicBezTo>
                  <a:lnTo>
                    <a:pt x="96887" y="214727"/>
                  </a:lnTo>
                  <a:cubicBezTo>
                    <a:pt x="99048" y="214727"/>
                    <a:pt x="101209" y="216532"/>
                    <a:pt x="101209" y="219058"/>
                  </a:cubicBezTo>
                  <a:lnTo>
                    <a:pt x="101209" y="247568"/>
                  </a:lnTo>
                  <a:lnTo>
                    <a:pt x="121738" y="247568"/>
                  </a:lnTo>
                  <a:lnTo>
                    <a:pt x="121738" y="189465"/>
                  </a:lnTo>
                  <a:cubicBezTo>
                    <a:pt x="121738" y="187300"/>
                    <a:pt x="123539" y="185495"/>
                    <a:pt x="126061" y="185495"/>
                  </a:cubicBezTo>
                  <a:lnTo>
                    <a:pt x="155235" y="185495"/>
                  </a:lnTo>
                  <a:cubicBezTo>
                    <a:pt x="157756" y="185495"/>
                    <a:pt x="159557" y="187300"/>
                    <a:pt x="159557" y="189465"/>
                  </a:cubicBezTo>
                  <a:lnTo>
                    <a:pt x="159557" y="247568"/>
                  </a:lnTo>
                  <a:lnTo>
                    <a:pt x="180086" y="247568"/>
                  </a:lnTo>
                  <a:lnTo>
                    <a:pt x="180086" y="162760"/>
                  </a:lnTo>
                  <a:cubicBezTo>
                    <a:pt x="180086" y="160594"/>
                    <a:pt x="182247" y="158790"/>
                    <a:pt x="184409" y="158790"/>
                  </a:cubicBezTo>
                  <a:cubicBezTo>
                    <a:pt x="186930" y="158790"/>
                    <a:pt x="189091" y="160594"/>
                    <a:pt x="189091" y="162760"/>
                  </a:cubicBezTo>
                  <a:lnTo>
                    <a:pt x="189091" y="247568"/>
                  </a:lnTo>
                  <a:lnTo>
                    <a:pt x="209260" y="247568"/>
                  </a:lnTo>
                  <a:lnTo>
                    <a:pt x="209260" y="164203"/>
                  </a:lnTo>
                  <a:cubicBezTo>
                    <a:pt x="194493" y="159151"/>
                    <a:pt x="182608" y="146881"/>
                    <a:pt x="179006" y="131363"/>
                  </a:cubicBezTo>
                  <a:close/>
                  <a:moveTo>
                    <a:pt x="66586" y="101600"/>
                  </a:moveTo>
                  <a:lnTo>
                    <a:pt x="133440" y="101600"/>
                  </a:lnTo>
                  <a:cubicBezTo>
                    <a:pt x="135597" y="101600"/>
                    <a:pt x="137754" y="103505"/>
                    <a:pt x="137754" y="106172"/>
                  </a:cubicBezTo>
                  <a:cubicBezTo>
                    <a:pt x="137754" y="108458"/>
                    <a:pt x="135597" y="110744"/>
                    <a:pt x="133440" y="110744"/>
                  </a:cubicBezTo>
                  <a:lnTo>
                    <a:pt x="66586" y="110744"/>
                  </a:lnTo>
                  <a:cubicBezTo>
                    <a:pt x="64070" y="110744"/>
                    <a:pt x="61913" y="108458"/>
                    <a:pt x="61913" y="106172"/>
                  </a:cubicBezTo>
                  <a:cubicBezTo>
                    <a:pt x="61913" y="103505"/>
                    <a:pt x="64070" y="101600"/>
                    <a:pt x="66586" y="101600"/>
                  </a:cubicBezTo>
                  <a:close/>
                  <a:moveTo>
                    <a:pt x="223451" y="96838"/>
                  </a:moveTo>
                  <a:cubicBezTo>
                    <a:pt x="226025" y="96838"/>
                    <a:pt x="228232" y="99045"/>
                    <a:pt x="228232" y="101252"/>
                  </a:cubicBezTo>
                  <a:cubicBezTo>
                    <a:pt x="228232" y="103827"/>
                    <a:pt x="226025" y="106034"/>
                    <a:pt x="223451" y="106034"/>
                  </a:cubicBezTo>
                  <a:cubicBezTo>
                    <a:pt x="214623" y="106034"/>
                    <a:pt x="207266" y="113023"/>
                    <a:pt x="207266" y="122218"/>
                  </a:cubicBezTo>
                  <a:cubicBezTo>
                    <a:pt x="207266" y="124793"/>
                    <a:pt x="205427" y="126632"/>
                    <a:pt x="202852" y="126632"/>
                  </a:cubicBezTo>
                  <a:cubicBezTo>
                    <a:pt x="200277" y="126632"/>
                    <a:pt x="198438" y="124793"/>
                    <a:pt x="198438" y="122218"/>
                  </a:cubicBezTo>
                  <a:cubicBezTo>
                    <a:pt x="198438" y="108241"/>
                    <a:pt x="209841" y="96838"/>
                    <a:pt x="223451" y="96838"/>
                  </a:cubicBezTo>
                  <a:close/>
                  <a:moveTo>
                    <a:pt x="222947" y="84086"/>
                  </a:moveTo>
                  <a:cubicBezTo>
                    <a:pt x="203137" y="84086"/>
                    <a:pt x="186570" y="100687"/>
                    <a:pt x="186570" y="120897"/>
                  </a:cubicBezTo>
                  <a:cubicBezTo>
                    <a:pt x="186570" y="141107"/>
                    <a:pt x="203137" y="157707"/>
                    <a:pt x="222947" y="157707"/>
                  </a:cubicBezTo>
                  <a:cubicBezTo>
                    <a:pt x="243477" y="157707"/>
                    <a:pt x="259685" y="141107"/>
                    <a:pt x="259685" y="120897"/>
                  </a:cubicBezTo>
                  <a:cubicBezTo>
                    <a:pt x="259685" y="100687"/>
                    <a:pt x="243477" y="84086"/>
                    <a:pt x="222947" y="84086"/>
                  </a:cubicBezTo>
                  <a:close/>
                  <a:moveTo>
                    <a:pt x="123802" y="73025"/>
                  </a:moveTo>
                  <a:lnTo>
                    <a:pt x="163536" y="73025"/>
                  </a:lnTo>
                  <a:cubicBezTo>
                    <a:pt x="166088" y="73025"/>
                    <a:pt x="167911" y="75311"/>
                    <a:pt x="167911" y="77597"/>
                  </a:cubicBezTo>
                  <a:cubicBezTo>
                    <a:pt x="167911" y="80264"/>
                    <a:pt x="166088" y="82169"/>
                    <a:pt x="163536" y="82169"/>
                  </a:cubicBezTo>
                  <a:lnTo>
                    <a:pt x="123802" y="82169"/>
                  </a:lnTo>
                  <a:cubicBezTo>
                    <a:pt x="121250" y="82169"/>
                    <a:pt x="119063" y="80264"/>
                    <a:pt x="119063" y="77597"/>
                  </a:cubicBezTo>
                  <a:cubicBezTo>
                    <a:pt x="119063" y="75311"/>
                    <a:pt x="121250" y="73025"/>
                    <a:pt x="123802" y="73025"/>
                  </a:cubicBezTo>
                  <a:close/>
                  <a:moveTo>
                    <a:pt x="66596" y="73025"/>
                  </a:moveTo>
                  <a:lnTo>
                    <a:pt x="99733" y="73025"/>
                  </a:lnTo>
                  <a:cubicBezTo>
                    <a:pt x="102614" y="73025"/>
                    <a:pt x="104415" y="75311"/>
                    <a:pt x="104415" y="77597"/>
                  </a:cubicBezTo>
                  <a:cubicBezTo>
                    <a:pt x="104415" y="80264"/>
                    <a:pt x="102614" y="82169"/>
                    <a:pt x="99733" y="82169"/>
                  </a:cubicBezTo>
                  <a:lnTo>
                    <a:pt x="66596" y="82169"/>
                  </a:lnTo>
                  <a:cubicBezTo>
                    <a:pt x="64074" y="82169"/>
                    <a:pt x="61913" y="80264"/>
                    <a:pt x="61913" y="77597"/>
                  </a:cubicBezTo>
                  <a:cubicBezTo>
                    <a:pt x="61913" y="75311"/>
                    <a:pt x="64074" y="73025"/>
                    <a:pt x="66596" y="73025"/>
                  </a:cubicBezTo>
                  <a:close/>
                  <a:moveTo>
                    <a:pt x="68073" y="9022"/>
                  </a:moveTo>
                  <a:cubicBezTo>
                    <a:pt x="77077" y="15879"/>
                    <a:pt x="83200" y="25984"/>
                    <a:pt x="84641" y="37893"/>
                  </a:cubicBezTo>
                  <a:lnTo>
                    <a:pt x="280575" y="37893"/>
                  </a:lnTo>
                  <a:cubicBezTo>
                    <a:pt x="278414" y="21653"/>
                    <a:pt x="264367" y="9022"/>
                    <a:pt x="247439" y="9022"/>
                  </a:cubicBezTo>
                  <a:lnTo>
                    <a:pt x="68073" y="9022"/>
                  </a:lnTo>
                  <a:close/>
                  <a:moveTo>
                    <a:pt x="42500" y="9022"/>
                  </a:moveTo>
                  <a:cubicBezTo>
                    <a:pt x="24131" y="9022"/>
                    <a:pt x="9004" y="24179"/>
                    <a:pt x="9004" y="42584"/>
                  </a:cubicBezTo>
                  <a:lnTo>
                    <a:pt x="9004" y="281491"/>
                  </a:lnTo>
                  <a:lnTo>
                    <a:pt x="243117" y="281491"/>
                  </a:lnTo>
                  <a:lnTo>
                    <a:pt x="243117" y="167812"/>
                  </a:lnTo>
                  <a:lnTo>
                    <a:pt x="238795" y="163481"/>
                  </a:lnTo>
                  <a:cubicBezTo>
                    <a:pt x="233752" y="165286"/>
                    <a:pt x="228710" y="166369"/>
                    <a:pt x="222947" y="166369"/>
                  </a:cubicBezTo>
                  <a:cubicBezTo>
                    <a:pt x="221506" y="166369"/>
                    <a:pt x="220066" y="166369"/>
                    <a:pt x="218265" y="166008"/>
                  </a:cubicBezTo>
                  <a:lnTo>
                    <a:pt x="218265" y="252259"/>
                  </a:lnTo>
                  <a:cubicBezTo>
                    <a:pt x="218265" y="254786"/>
                    <a:pt x="216464" y="256590"/>
                    <a:pt x="213583" y="256590"/>
                  </a:cubicBezTo>
                  <a:lnTo>
                    <a:pt x="38178" y="256590"/>
                  </a:lnTo>
                  <a:cubicBezTo>
                    <a:pt x="36017" y="256590"/>
                    <a:pt x="33856" y="254786"/>
                    <a:pt x="33856" y="252259"/>
                  </a:cubicBezTo>
                  <a:lnTo>
                    <a:pt x="33856" y="76147"/>
                  </a:lnTo>
                  <a:cubicBezTo>
                    <a:pt x="33856" y="73981"/>
                    <a:pt x="36017" y="71816"/>
                    <a:pt x="38178" y="71816"/>
                  </a:cubicBezTo>
                  <a:cubicBezTo>
                    <a:pt x="40699" y="71816"/>
                    <a:pt x="42500" y="73981"/>
                    <a:pt x="42500" y="76147"/>
                  </a:cubicBezTo>
                  <a:lnTo>
                    <a:pt x="42500" y="179360"/>
                  </a:lnTo>
                  <a:lnTo>
                    <a:pt x="75276" y="146881"/>
                  </a:lnTo>
                  <a:cubicBezTo>
                    <a:pt x="77077" y="145437"/>
                    <a:pt x="78878" y="145076"/>
                    <a:pt x="80679" y="145798"/>
                  </a:cubicBezTo>
                  <a:lnTo>
                    <a:pt x="99768" y="156625"/>
                  </a:lnTo>
                  <a:lnTo>
                    <a:pt x="127141" y="128836"/>
                  </a:lnTo>
                  <a:cubicBezTo>
                    <a:pt x="128222" y="127754"/>
                    <a:pt x="130022" y="127393"/>
                    <a:pt x="131823" y="128115"/>
                  </a:cubicBezTo>
                  <a:lnTo>
                    <a:pt x="159917" y="140024"/>
                  </a:lnTo>
                  <a:lnTo>
                    <a:pt x="177925" y="119093"/>
                  </a:lnTo>
                  <a:cubicBezTo>
                    <a:pt x="179006" y="94913"/>
                    <a:pt x="198815" y="75425"/>
                    <a:pt x="222947" y="75425"/>
                  </a:cubicBezTo>
                  <a:cubicBezTo>
                    <a:pt x="230150" y="75425"/>
                    <a:pt x="236994" y="77229"/>
                    <a:pt x="243117" y="80116"/>
                  </a:cubicBezTo>
                  <a:lnTo>
                    <a:pt x="243117" y="46915"/>
                  </a:lnTo>
                  <a:lnTo>
                    <a:pt x="80319" y="46915"/>
                  </a:lnTo>
                  <a:cubicBezTo>
                    <a:pt x="77797" y="46915"/>
                    <a:pt x="75997" y="44750"/>
                    <a:pt x="75997" y="42584"/>
                  </a:cubicBezTo>
                  <a:cubicBezTo>
                    <a:pt x="75997" y="24179"/>
                    <a:pt x="60869" y="9022"/>
                    <a:pt x="42500" y="9022"/>
                  </a:cubicBezTo>
                  <a:close/>
                  <a:moveTo>
                    <a:pt x="42500" y="0"/>
                  </a:moveTo>
                  <a:lnTo>
                    <a:pt x="247439" y="0"/>
                  </a:lnTo>
                  <a:cubicBezTo>
                    <a:pt x="270850" y="0"/>
                    <a:pt x="289579" y="19127"/>
                    <a:pt x="289579" y="42584"/>
                  </a:cubicBezTo>
                  <a:cubicBezTo>
                    <a:pt x="289579" y="44750"/>
                    <a:pt x="287778" y="46915"/>
                    <a:pt x="285257" y="46915"/>
                  </a:cubicBezTo>
                  <a:lnTo>
                    <a:pt x="251761" y="46915"/>
                  </a:lnTo>
                  <a:lnTo>
                    <a:pt x="251761" y="85891"/>
                  </a:lnTo>
                  <a:cubicBezTo>
                    <a:pt x="261846" y="94191"/>
                    <a:pt x="268689" y="106822"/>
                    <a:pt x="268689" y="120897"/>
                  </a:cubicBezTo>
                  <a:cubicBezTo>
                    <a:pt x="268689" y="126310"/>
                    <a:pt x="267608" y="131724"/>
                    <a:pt x="265447" y="136415"/>
                  </a:cubicBezTo>
                  <a:lnTo>
                    <a:pt x="284176" y="155181"/>
                  </a:lnTo>
                  <a:cubicBezTo>
                    <a:pt x="291740" y="162399"/>
                    <a:pt x="291740" y="174669"/>
                    <a:pt x="284176" y="181887"/>
                  </a:cubicBezTo>
                  <a:cubicBezTo>
                    <a:pt x="280575" y="185856"/>
                    <a:pt x="275532" y="187661"/>
                    <a:pt x="270850" y="187661"/>
                  </a:cubicBezTo>
                  <a:cubicBezTo>
                    <a:pt x="265808" y="187661"/>
                    <a:pt x="260765" y="185856"/>
                    <a:pt x="257163" y="181887"/>
                  </a:cubicBezTo>
                  <a:lnTo>
                    <a:pt x="251761" y="176473"/>
                  </a:lnTo>
                  <a:lnTo>
                    <a:pt x="251761" y="286183"/>
                  </a:lnTo>
                  <a:cubicBezTo>
                    <a:pt x="251761" y="288348"/>
                    <a:pt x="249960" y="290152"/>
                    <a:pt x="247439" y="290152"/>
                  </a:cubicBezTo>
                  <a:lnTo>
                    <a:pt x="4682" y="290152"/>
                  </a:lnTo>
                  <a:cubicBezTo>
                    <a:pt x="2161" y="290152"/>
                    <a:pt x="0" y="288348"/>
                    <a:pt x="0" y="286183"/>
                  </a:cubicBezTo>
                  <a:lnTo>
                    <a:pt x="0" y="42584"/>
                  </a:lnTo>
                  <a:cubicBezTo>
                    <a:pt x="0" y="19127"/>
                    <a:pt x="19089" y="0"/>
                    <a:pt x="4250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endParaRPr lang="en-US" dirty="0">
                <a:latin typeface="Lato Light" panose="020F0502020204030203" pitchFamily="34" charset="0"/>
              </a:endParaRPr>
            </a:p>
          </p:txBody>
        </p:sp>
        <p:sp>
          <p:nvSpPr>
            <p:cNvPr id="108" name="TextBox 15">
              <a:extLst>
                <a:ext uri="{FF2B5EF4-FFF2-40B4-BE49-F238E27FC236}">
                  <a16:creationId xmlns:a16="http://schemas.microsoft.com/office/drawing/2014/main" id="{FEB5C804-0BEF-D84D-FBD6-25020FBCCED1}"/>
                </a:ext>
              </a:extLst>
            </p:cNvPr>
            <p:cNvSpPr txBox="1"/>
            <p:nvPr/>
          </p:nvSpPr>
          <p:spPr>
            <a:xfrm>
              <a:off x="4685017" y="840718"/>
              <a:ext cx="855652" cy="687217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3200" b="1" dirty="0">
                  <a:solidFill>
                    <a:schemeClr val="tx2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IUS</a:t>
              </a:r>
            </a:p>
          </p:txBody>
        </p:sp>
        <p:sp>
          <p:nvSpPr>
            <p:cNvPr id="109" name="TextBox 18">
              <a:extLst>
                <a:ext uri="{FF2B5EF4-FFF2-40B4-BE49-F238E27FC236}">
                  <a16:creationId xmlns:a16="http://schemas.microsoft.com/office/drawing/2014/main" id="{9B3DB3C7-A748-B6C9-1C81-1F937DD9E606}"/>
                </a:ext>
              </a:extLst>
            </p:cNvPr>
            <p:cNvSpPr txBox="1"/>
            <p:nvPr/>
          </p:nvSpPr>
          <p:spPr>
            <a:xfrm>
              <a:off x="4405037" y="1527935"/>
              <a:ext cx="1109982" cy="1193588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6000" b="1" dirty="0">
                  <a:solidFill>
                    <a:schemeClr val="accent1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70</a:t>
              </a:r>
            </a:p>
          </p:txBody>
        </p:sp>
      </p:grpSp>
      <p:sp>
        <p:nvSpPr>
          <p:cNvPr id="110" name="Oval 21">
            <a:extLst>
              <a:ext uri="{FF2B5EF4-FFF2-40B4-BE49-F238E27FC236}">
                <a16:creationId xmlns:a16="http://schemas.microsoft.com/office/drawing/2014/main" id="{2F114B6D-FFA4-7651-4F13-E7306BEFE0D7}"/>
              </a:ext>
            </a:extLst>
          </p:cNvPr>
          <p:cNvSpPr/>
          <p:nvPr/>
        </p:nvSpPr>
        <p:spPr>
          <a:xfrm>
            <a:off x="3456830" y="6668719"/>
            <a:ext cx="1006247" cy="100624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 Light" panose="020F0502020204030203" pitchFamily="34" charset="0"/>
            </a:endParaRPr>
          </a:p>
        </p:txBody>
      </p:sp>
      <p:grpSp>
        <p:nvGrpSpPr>
          <p:cNvPr id="111" name="Grupo 110">
            <a:extLst>
              <a:ext uri="{FF2B5EF4-FFF2-40B4-BE49-F238E27FC236}">
                <a16:creationId xmlns:a16="http://schemas.microsoft.com/office/drawing/2014/main" id="{27612451-167E-F155-9DA8-8E5FE5377B7D}"/>
              </a:ext>
            </a:extLst>
          </p:cNvPr>
          <p:cNvGrpSpPr/>
          <p:nvPr/>
        </p:nvGrpSpPr>
        <p:grpSpPr>
          <a:xfrm>
            <a:off x="10164683" y="6290951"/>
            <a:ext cx="6147276" cy="1726996"/>
            <a:chOff x="8655073" y="762000"/>
            <a:chExt cx="6858000" cy="2032000"/>
          </a:xfrm>
        </p:grpSpPr>
        <p:sp>
          <p:nvSpPr>
            <p:cNvPr id="112" name="Rectangle 2">
              <a:extLst>
                <a:ext uri="{FF2B5EF4-FFF2-40B4-BE49-F238E27FC236}">
                  <a16:creationId xmlns:a16="http://schemas.microsoft.com/office/drawing/2014/main" id="{140BBD4C-764A-5437-985D-A96C6C3C7102}"/>
                </a:ext>
              </a:extLst>
            </p:cNvPr>
            <p:cNvSpPr/>
            <p:nvPr/>
          </p:nvSpPr>
          <p:spPr>
            <a:xfrm>
              <a:off x="8655073" y="762000"/>
              <a:ext cx="6858000" cy="203200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 Light" panose="020F0502020204030203" pitchFamily="34" charset="0"/>
              </a:endParaRPr>
            </a:p>
          </p:txBody>
        </p:sp>
        <p:grpSp>
          <p:nvGrpSpPr>
            <p:cNvPr id="113" name="Grupo 112">
              <a:extLst>
                <a:ext uri="{FF2B5EF4-FFF2-40B4-BE49-F238E27FC236}">
                  <a16:creationId xmlns:a16="http://schemas.microsoft.com/office/drawing/2014/main" id="{0840DE76-8EEE-37E5-069F-F0763B69F66A}"/>
                </a:ext>
              </a:extLst>
            </p:cNvPr>
            <p:cNvGrpSpPr/>
            <p:nvPr/>
          </p:nvGrpSpPr>
          <p:grpSpPr>
            <a:xfrm>
              <a:off x="9134928" y="967041"/>
              <a:ext cx="5496172" cy="1730275"/>
              <a:chOff x="9134928" y="967041"/>
              <a:chExt cx="5496172" cy="1730275"/>
            </a:xfrm>
          </p:grpSpPr>
          <p:sp>
            <p:nvSpPr>
              <p:cNvPr id="114" name="Oval 10">
                <a:extLst>
                  <a:ext uri="{FF2B5EF4-FFF2-40B4-BE49-F238E27FC236}">
                    <a16:creationId xmlns:a16="http://schemas.microsoft.com/office/drawing/2014/main" id="{BB9A71B1-7713-172F-6C99-44065EA9170B}"/>
                  </a:ext>
                </a:extLst>
              </p:cNvPr>
              <p:cNvSpPr/>
              <p:nvPr/>
            </p:nvSpPr>
            <p:spPr>
              <a:xfrm>
                <a:off x="9134928" y="1130300"/>
                <a:ext cx="1295400" cy="1295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Lato Light" panose="020F0502020204030203" pitchFamily="34" charset="0"/>
                </a:endParaRPr>
              </a:p>
            </p:txBody>
          </p:sp>
          <p:sp>
            <p:nvSpPr>
              <p:cNvPr id="115" name="Freeform 1000">
                <a:extLst>
                  <a:ext uri="{FF2B5EF4-FFF2-40B4-BE49-F238E27FC236}">
                    <a16:creationId xmlns:a16="http://schemas.microsoft.com/office/drawing/2014/main" id="{AC318B22-6669-AC97-B5C8-EBAADE2D2A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9424081" y="1421612"/>
                <a:ext cx="717094" cy="712776"/>
              </a:xfrm>
              <a:custGeom>
                <a:avLst/>
                <a:gdLst>
                  <a:gd name="T0" fmla="*/ 73901 w 290132"/>
                  <a:gd name="T1" fmla="*/ 708677 h 289197"/>
                  <a:gd name="T2" fmla="*/ 868984 w 290132"/>
                  <a:gd name="T3" fmla="*/ 673933 h 289197"/>
                  <a:gd name="T4" fmla="*/ 680804 w 290132"/>
                  <a:gd name="T5" fmla="*/ 761616 h 289197"/>
                  <a:gd name="T6" fmla="*/ 860592 w 290132"/>
                  <a:gd name="T7" fmla="*/ 712510 h 289197"/>
                  <a:gd name="T8" fmla="*/ 152217 w 290132"/>
                  <a:gd name="T9" fmla="*/ 644704 h 289197"/>
                  <a:gd name="T10" fmla="*/ 934905 w 290132"/>
                  <a:gd name="T11" fmla="*/ 737061 h 289197"/>
                  <a:gd name="T12" fmla="*/ 632859 w 290132"/>
                  <a:gd name="T13" fmla="*/ 814219 h 289197"/>
                  <a:gd name="T14" fmla="*/ 400336 w 290132"/>
                  <a:gd name="T15" fmla="*/ 817726 h 289197"/>
                  <a:gd name="T16" fmla="*/ 624468 w 290132"/>
                  <a:gd name="T17" fmla="*/ 787331 h 289197"/>
                  <a:gd name="T18" fmla="*/ 641250 w 290132"/>
                  <a:gd name="T19" fmla="*/ 721863 h 289197"/>
                  <a:gd name="T20" fmla="*/ 152217 w 290132"/>
                  <a:gd name="T21" fmla="*/ 644704 h 289197"/>
                  <a:gd name="T22" fmla="*/ 122247 w 290132"/>
                  <a:gd name="T23" fmla="*/ 872674 h 289197"/>
                  <a:gd name="T24" fmla="*/ 14389 w 290132"/>
                  <a:gd name="T25" fmla="*/ 616643 h 289197"/>
                  <a:gd name="T26" fmla="*/ 612486 w 290132"/>
                  <a:gd name="T27" fmla="*/ 682113 h 289197"/>
                  <a:gd name="T28" fmla="*/ 787474 w 290132"/>
                  <a:gd name="T29" fmla="*/ 670424 h 289197"/>
                  <a:gd name="T30" fmla="*/ 904936 w 290132"/>
                  <a:gd name="T31" fmla="*/ 696143 h 289197"/>
                  <a:gd name="T32" fmla="*/ 927709 w 290132"/>
                  <a:gd name="T33" fmla="*/ 790838 h 289197"/>
                  <a:gd name="T34" fmla="*/ 14389 w 290132"/>
                  <a:gd name="T35" fmla="*/ 900730 h 289197"/>
                  <a:gd name="T36" fmla="*/ 14389 w 290132"/>
                  <a:gd name="T37" fmla="*/ 616643 h 289197"/>
                  <a:gd name="T38" fmla="*/ 415829 w 290132"/>
                  <a:gd name="T39" fmla="*/ 605337 h 289197"/>
                  <a:gd name="T40" fmla="*/ 385374 w 290132"/>
                  <a:gd name="T41" fmla="*/ 531143 h 289197"/>
                  <a:gd name="T42" fmla="*/ 553031 w 290132"/>
                  <a:gd name="T43" fmla="*/ 418322 h 289197"/>
                  <a:gd name="T44" fmla="*/ 522625 w 290132"/>
                  <a:gd name="T45" fmla="*/ 647971 h 289197"/>
                  <a:gd name="T46" fmla="*/ 675723 w 290132"/>
                  <a:gd name="T47" fmla="*/ 326456 h 289197"/>
                  <a:gd name="T48" fmla="*/ 675723 w 290132"/>
                  <a:gd name="T49" fmla="*/ 677661 h 289197"/>
                  <a:gd name="T50" fmla="*/ 675723 w 290132"/>
                  <a:gd name="T51" fmla="*/ 326456 h 289197"/>
                  <a:gd name="T52" fmla="*/ 827544 w 290132"/>
                  <a:gd name="T53" fmla="*/ 626113 h 289197"/>
                  <a:gd name="T54" fmla="*/ 797138 w 290132"/>
                  <a:gd name="T55" fmla="*/ 268005 h 289197"/>
                  <a:gd name="T56" fmla="*/ 964804 w 290132"/>
                  <a:gd name="T57" fmla="*/ 133282 h 289197"/>
                  <a:gd name="T58" fmla="*/ 934387 w 290132"/>
                  <a:gd name="T59" fmla="*/ 667571 h 289197"/>
                  <a:gd name="T60" fmla="*/ 934509 w 290132"/>
                  <a:gd name="T61" fmla="*/ 31793 h 289197"/>
                  <a:gd name="T62" fmla="*/ 711168 w 290132"/>
                  <a:gd name="T63" fmla="*/ 290449 h 289197"/>
                  <a:gd name="T64" fmla="*/ 408997 w 290132"/>
                  <a:gd name="T65" fmla="*/ 473862 h 289197"/>
                  <a:gd name="T66" fmla="*/ 195201 w 290132"/>
                  <a:gd name="T67" fmla="*/ 579674 h 289197"/>
                  <a:gd name="T68" fmla="*/ 174897 w 290132"/>
                  <a:gd name="T69" fmla="*/ 559686 h 289197"/>
                  <a:gd name="T70" fmla="*/ 399438 w 290132"/>
                  <a:gd name="T71" fmla="*/ 443293 h 289197"/>
                  <a:gd name="T72" fmla="*/ 701609 w 290132"/>
                  <a:gd name="T73" fmla="*/ 261056 h 289197"/>
                  <a:gd name="T74" fmla="*/ 172251 w 290132"/>
                  <a:gd name="T75" fmla="*/ 192767 h 289197"/>
                  <a:gd name="T76" fmla="*/ 470609 w 290132"/>
                  <a:gd name="T77" fmla="*/ 240067 h 289197"/>
                  <a:gd name="T78" fmla="*/ 156801 w 290132"/>
                  <a:gd name="T79" fmla="*/ 0 h 289197"/>
                  <a:gd name="T80" fmla="*/ 500323 w 290132"/>
                  <a:gd name="T81" fmla="*/ 269630 h 289197"/>
                  <a:gd name="T82" fmla="*/ 476551 w 290132"/>
                  <a:gd name="T83" fmla="*/ 281455 h 289197"/>
                  <a:gd name="T84" fmla="*/ 142533 w 290132"/>
                  <a:gd name="T85" fmla="*/ 206955 h 28919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290132" h="289197">
                    <a:moveTo>
                      <a:pt x="22225" y="207963"/>
                    </a:moveTo>
                    <a:cubicBezTo>
                      <a:pt x="24423" y="207963"/>
                      <a:pt x="26621" y="210249"/>
                      <a:pt x="26621" y="212535"/>
                    </a:cubicBezTo>
                    <a:cubicBezTo>
                      <a:pt x="26621" y="215202"/>
                      <a:pt x="24423" y="217107"/>
                      <a:pt x="22225" y="217107"/>
                    </a:cubicBezTo>
                    <a:cubicBezTo>
                      <a:pt x="19661" y="217107"/>
                      <a:pt x="17463" y="215202"/>
                      <a:pt x="17463" y="212535"/>
                    </a:cubicBezTo>
                    <a:cubicBezTo>
                      <a:pt x="17463" y="210249"/>
                      <a:pt x="19661" y="207963"/>
                      <a:pt x="22225" y="207963"/>
                    </a:cubicBezTo>
                    <a:close/>
                    <a:moveTo>
                      <a:pt x="261318" y="206463"/>
                    </a:moveTo>
                    <a:cubicBezTo>
                      <a:pt x="259155" y="205030"/>
                      <a:pt x="247982" y="209686"/>
                      <a:pt x="240052" y="213268"/>
                    </a:cubicBezTo>
                    <a:cubicBezTo>
                      <a:pt x="230320" y="217566"/>
                      <a:pt x="218426" y="222580"/>
                      <a:pt x="204369" y="226520"/>
                    </a:cubicBezTo>
                    <a:cubicBezTo>
                      <a:pt x="204729" y="228669"/>
                      <a:pt x="205089" y="230817"/>
                      <a:pt x="204729" y="233325"/>
                    </a:cubicBezTo>
                    <a:cubicBezTo>
                      <a:pt x="204369" y="234757"/>
                      <a:pt x="204369" y="235832"/>
                      <a:pt x="204008" y="237264"/>
                    </a:cubicBezTo>
                    <a:cubicBezTo>
                      <a:pt x="227437" y="231534"/>
                      <a:pt x="244017" y="224371"/>
                      <a:pt x="255911" y="219356"/>
                    </a:cubicBezTo>
                    <a:cubicBezTo>
                      <a:pt x="256993" y="218998"/>
                      <a:pt x="258074" y="218640"/>
                      <a:pt x="258795" y="218282"/>
                    </a:cubicBezTo>
                    <a:cubicBezTo>
                      <a:pt x="262039" y="215417"/>
                      <a:pt x="263841" y="212193"/>
                      <a:pt x="263841" y="210403"/>
                    </a:cubicBezTo>
                    <a:cubicBezTo>
                      <a:pt x="263841" y="209686"/>
                      <a:pt x="263480" y="208254"/>
                      <a:pt x="261318" y="206463"/>
                    </a:cubicBezTo>
                    <a:close/>
                    <a:moveTo>
                      <a:pt x="45776" y="197509"/>
                    </a:moveTo>
                    <a:lnTo>
                      <a:pt x="45776" y="268424"/>
                    </a:lnTo>
                    <a:cubicBezTo>
                      <a:pt x="65960" y="274512"/>
                      <a:pt x="184184" y="306030"/>
                      <a:pt x="273933" y="235115"/>
                    </a:cubicBezTo>
                    <a:cubicBezTo>
                      <a:pt x="276096" y="233683"/>
                      <a:pt x="280781" y="229743"/>
                      <a:pt x="281142" y="225803"/>
                    </a:cubicBezTo>
                    <a:cubicBezTo>
                      <a:pt x="281142" y="225087"/>
                      <a:pt x="280781" y="223296"/>
                      <a:pt x="278979" y="221864"/>
                    </a:cubicBezTo>
                    <a:cubicBezTo>
                      <a:pt x="276817" y="220073"/>
                      <a:pt x="268166" y="223654"/>
                      <a:pt x="259155" y="227594"/>
                    </a:cubicBezTo>
                    <a:cubicBezTo>
                      <a:pt x="244738" y="233683"/>
                      <a:pt x="222751" y="242995"/>
                      <a:pt x="190311" y="249442"/>
                    </a:cubicBezTo>
                    <a:lnTo>
                      <a:pt x="189951" y="249442"/>
                    </a:lnTo>
                    <a:cubicBezTo>
                      <a:pt x="183103" y="251949"/>
                      <a:pt x="172650" y="253739"/>
                      <a:pt x="159674" y="253739"/>
                    </a:cubicBezTo>
                    <a:cubicBezTo>
                      <a:pt x="148501" y="253739"/>
                      <a:pt x="135525" y="252307"/>
                      <a:pt x="120387" y="250516"/>
                    </a:cubicBezTo>
                    <a:cubicBezTo>
                      <a:pt x="118224" y="250158"/>
                      <a:pt x="116422" y="248009"/>
                      <a:pt x="116782" y="245860"/>
                    </a:cubicBezTo>
                    <a:cubicBezTo>
                      <a:pt x="117143" y="243353"/>
                      <a:pt x="119305" y="241562"/>
                      <a:pt x="121828" y="241920"/>
                    </a:cubicBezTo>
                    <a:cubicBezTo>
                      <a:pt x="161476" y="246934"/>
                      <a:pt x="179498" y="244427"/>
                      <a:pt x="187788" y="241204"/>
                    </a:cubicBezTo>
                    <a:lnTo>
                      <a:pt x="187788" y="240846"/>
                    </a:lnTo>
                    <a:cubicBezTo>
                      <a:pt x="195718" y="237981"/>
                      <a:pt x="195718" y="234041"/>
                      <a:pt x="195718" y="232608"/>
                    </a:cubicBezTo>
                    <a:cubicBezTo>
                      <a:pt x="196439" y="227594"/>
                      <a:pt x="195358" y="223296"/>
                      <a:pt x="192835" y="221147"/>
                    </a:cubicBezTo>
                    <a:cubicBezTo>
                      <a:pt x="189591" y="217924"/>
                      <a:pt x="184544" y="217924"/>
                      <a:pt x="184544" y="217924"/>
                    </a:cubicBezTo>
                    <a:cubicBezTo>
                      <a:pt x="141292" y="218640"/>
                      <a:pt x="133723" y="213984"/>
                      <a:pt x="124351" y="208612"/>
                    </a:cubicBezTo>
                    <a:cubicBezTo>
                      <a:pt x="115701" y="203598"/>
                      <a:pt x="105609" y="197867"/>
                      <a:pt x="45776" y="197509"/>
                    </a:cubicBezTo>
                    <a:close/>
                    <a:moveTo>
                      <a:pt x="8650" y="197509"/>
                    </a:moveTo>
                    <a:lnTo>
                      <a:pt x="8650" y="267349"/>
                    </a:lnTo>
                    <a:lnTo>
                      <a:pt x="36764" y="267349"/>
                    </a:lnTo>
                    <a:lnTo>
                      <a:pt x="36764" y="197509"/>
                    </a:lnTo>
                    <a:lnTo>
                      <a:pt x="8650" y="197509"/>
                    </a:lnTo>
                    <a:close/>
                    <a:moveTo>
                      <a:pt x="4325" y="188913"/>
                    </a:moveTo>
                    <a:lnTo>
                      <a:pt x="41450" y="188913"/>
                    </a:lnTo>
                    <a:cubicBezTo>
                      <a:pt x="107771" y="188913"/>
                      <a:pt x="118945" y="195360"/>
                      <a:pt x="129037" y="201449"/>
                    </a:cubicBezTo>
                    <a:cubicBezTo>
                      <a:pt x="136967" y="205747"/>
                      <a:pt x="143815" y="210044"/>
                      <a:pt x="184184" y="208970"/>
                    </a:cubicBezTo>
                    <a:cubicBezTo>
                      <a:pt x="184184" y="208970"/>
                      <a:pt x="192835" y="208612"/>
                      <a:pt x="198962" y="215059"/>
                    </a:cubicBezTo>
                    <a:cubicBezTo>
                      <a:pt x="200043" y="215775"/>
                      <a:pt x="200764" y="216849"/>
                      <a:pt x="201485" y="218282"/>
                    </a:cubicBezTo>
                    <a:cubicBezTo>
                      <a:pt x="215182" y="214342"/>
                      <a:pt x="227076" y="209328"/>
                      <a:pt x="236808" y="205388"/>
                    </a:cubicBezTo>
                    <a:cubicBezTo>
                      <a:pt x="251586" y="198942"/>
                      <a:pt x="260597" y="195002"/>
                      <a:pt x="266724" y="199658"/>
                    </a:cubicBezTo>
                    <a:cubicBezTo>
                      <a:pt x="271410" y="203239"/>
                      <a:pt x="272491" y="207179"/>
                      <a:pt x="272491" y="209686"/>
                    </a:cubicBezTo>
                    <a:cubicBezTo>
                      <a:pt x="272852" y="211119"/>
                      <a:pt x="272491" y="212193"/>
                      <a:pt x="272131" y="213268"/>
                    </a:cubicBezTo>
                    <a:cubicBezTo>
                      <a:pt x="277177" y="212193"/>
                      <a:pt x="281142" y="212193"/>
                      <a:pt x="284386" y="215059"/>
                    </a:cubicBezTo>
                    <a:cubicBezTo>
                      <a:pt x="289071" y="218998"/>
                      <a:pt x="290153" y="223296"/>
                      <a:pt x="289792" y="226161"/>
                    </a:cubicBezTo>
                    <a:cubicBezTo>
                      <a:pt x="289432" y="234757"/>
                      <a:pt x="280061" y="241562"/>
                      <a:pt x="278979" y="242278"/>
                    </a:cubicBezTo>
                    <a:cubicBezTo>
                      <a:pt x="232122" y="279527"/>
                      <a:pt x="177336" y="289197"/>
                      <a:pt x="132281" y="289197"/>
                    </a:cubicBezTo>
                    <a:cubicBezTo>
                      <a:pt x="83622" y="289197"/>
                      <a:pt x="46136" y="278094"/>
                      <a:pt x="40729" y="275945"/>
                    </a:cubicBezTo>
                    <a:lnTo>
                      <a:pt x="4325" y="275945"/>
                    </a:lnTo>
                    <a:cubicBezTo>
                      <a:pt x="2163" y="275945"/>
                      <a:pt x="0" y="274154"/>
                      <a:pt x="0" y="272005"/>
                    </a:cubicBezTo>
                    <a:lnTo>
                      <a:pt x="0" y="193211"/>
                    </a:lnTo>
                    <a:cubicBezTo>
                      <a:pt x="0" y="190704"/>
                      <a:pt x="2163" y="188913"/>
                      <a:pt x="4325" y="188913"/>
                    </a:cubicBezTo>
                    <a:close/>
                    <a:moveTo>
                      <a:pt x="120284" y="158750"/>
                    </a:moveTo>
                    <a:cubicBezTo>
                      <a:pt x="122849" y="158750"/>
                      <a:pt x="125047" y="160554"/>
                      <a:pt x="125047" y="162719"/>
                    </a:cubicBezTo>
                    <a:lnTo>
                      <a:pt x="125047" y="185449"/>
                    </a:lnTo>
                    <a:cubicBezTo>
                      <a:pt x="125047" y="187975"/>
                      <a:pt x="122849" y="190139"/>
                      <a:pt x="120284" y="190139"/>
                    </a:cubicBezTo>
                    <a:cubicBezTo>
                      <a:pt x="117720" y="190139"/>
                      <a:pt x="115888" y="187975"/>
                      <a:pt x="115888" y="185449"/>
                    </a:cubicBezTo>
                    <a:lnTo>
                      <a:pt x="115888" y="162719"/>
                    </a:lnTo>
                    <a:cubicBezTo>
                      <a:pt x="115888" y="160554"/>
                      <a:pt x="117720" y="158750"/>
                      <a:pt x="120284" y="158750"/>
                    </a:cubicBezTo>
                    <a:close/>
                    <a:moveTo>
                      <a:pt x="161735" y="123825"/>
                    </a:moveTo>
                    <a:cubicBezTo>
                      <a:pt x="164402" y="123825"/>
                      <a:pt x="166307" y="125629"/>
                      <a:pt x="166307" y="128155"/>
                    </a:cubicBezTo>
                    <a:lnTo>
                      <a:pt x="166307" y="198510"/>
                    </a:lnTo>
                    <a:cubicBezTo>
                      <a:pt x="166307" y="201035"/>
                      <a:pt x="164402" y="202839"/>
                      <a:pt x="161735" y="202839"/>
                    </a:cubicBezTo>
                    <a:cubicBezTo>
                      <a:pt x="159068" y="202839"/>
                      <a:pt x="157163" y="201035"/>
                      <a:pt x="157163" y="198510"/>
                    </a:cubicBezTo>
                    <a:lnTo>
                      <a:pt x="157163" y="128155"/>
                    </a:lnTo>
                    <a:cubicBezTo>
                      <a:pt x="157163" y="125629"/>
                      <a:pt x="159068" y="123825"/>
                      <a:pt x="161735" y="123825"/>
                    </a:cubicBezTo>
                    <a:close/>
                    <a:moveTo>
                      <a:pt x="203201" y="100013"/>
                    </a:moveTo>
                    <a:cubicBezTo>
                      <a:pt x="205765" y="100013"/>
                      <a:pt x="207597" y="101801"/>
                      <a:pt x="207597" y="104303"/>
                    </a:cubicBezTo>
                    <a:lnTo>
                      <a:pt x="207597" y="202959"/>
                    </a:lnTo>
                    <a:cubicBezTo>
                      <a:pt x="207597" y="205461"/>
                      <a:pt x="205765" y="207606"/>
                      <a:pt x="203201" y="207606"/>
                    </a:cubicBezTo>
                    <a:cubicBezTo>
                      <a:pt x="200636" y="207606"/>
                      <a:pt x="198438" y="205461"/>
                      <a:pt x="198438" y="202959"/>
                    </a:cubicBezTo>
                    <a:lnTo>
                      <a:pt x="198438" y="104303"/>
                    </a:lnTo>
                    <a:cubicBezTo>
                      <a:pt x="198438" y="101801"/>
                      <a:pt x="200636" y="100013"/>
                      <a:pt x="203201" y="100013"/>
                    </a:cubicBezTo>
                    <a:close/>
                    <a:moveTo>
                      <a:pt x="244285" y="77788"/>
                    </a:moveTo>
                    <a:cubicBezTo>
                      <a:pt x="246952" y="77788"/>
                      <a:pt x="248857" y="79587"/>
                      <a:pt x="248857" y="82105"/>
                    </a:cubicBezTo>
                    <a:lnTo>
                      <a:pt x="248857" y="191814"/>
                    </a:lnTo>
                    <a:cubicBezTo>
                      <a:pt x="248857" y="194332"/>
                      <a:pt x="246952" y="196491"/>
                      <a:pt x="244285" y="196491"/>
                    </a:cubicBezTo>
                    <a:cubicBezTo>
                      <a:pt x="241618" y="196491"/>
                      <a:pt x="239713" y="194332"/>
                      <a:pt x="239713" y="191814"/>
                    </a:cubicBezTo>
                    <a:lnTo>
                      <a:pt x="239713" y="82105"/>
                    </a:lnTo>
                    <a:cubicBezTo>
                      <a:pt x="239713" y="79587"/>
                      <a:pt x="241618" y="77788"/>
                      <a:pt x="244285" y="77788"/>
                    </a:cubicBezTo>
                    <a:close/>
                    <a:moveTo>
                      <a:pt x="285560" y="36513"/>
                    </a:moveTo>
                    <a:cubicBezTo>
                      <a:pt x="288227" y="36513"/>
                      <a:pt x="290132" y="38672"/>
                      <a:pt x="290132" y="40830"/>
                    </a:cubicBezTo>
                    <a:lnTo>
                      <a:pt x="290132" y="204514"/>
                    </a:lnTo>
                    <a:cubicBezTo>
                      <a:pt x="290132" y="207032"/>
                      <a:pt x="288227" y="209190"/>
                      <a:pt x="285560" y="209190"/>
                    </a:cubicBezTo>
                    <a:cubicBezTo>
                      <a:pt x="283274" y="209190"/>
                      <a:pt x="280988" y="207032"/>
                      <a:pt x="280988" y="204514"/>
                    </a:cubicBezTo>
                    <a:lnTo>
                      <a:pt x="280988" y="40830"/>
                    </a:lnTo>
                    <a:cubicBezTo>
                      <a:pt x="280988" y="38672"/>
                      <a:pt x="283274" y="36513"/>
                      <a:pt x="285560" y="36513"/>
                    </a:cubicBezTo>
                    <a:close/>
                    <a:moveTo>
                      <a:pt x="281024" y="9739"/>
                    </a:moveTo>
                    <a:cubicBezTo>
                      <a:pt x="282460" y="7938"/>
                      <a:pt x="285334" y="7938"/>
                      <a:pt x="287129" y="9739"/>
                    </a:cubicBezTo>
                    <a:cubicBezTo>
                      <a:pt x="288566" y="11180"/>
                      <a:pt x="288566" y="14061"/>
                      <a:pt x="287129" y="15862"/>
                    </a:cubicBezTo>
                    <a:lnTo>
                      <a:pt x="213860" y="88981"/>
                    </a:lnTo>
                    <a:cubicBezTo>
                      <a:pt x="212064" y="91142"/>
                      <a:pt x="209550" y="91142"/>
                      <a:pt x="207754" y="88981"/>
                    </a:cubicBezTo>
                    <a:lnTo>
                      <a:pt x="193388" y="74933"/>
                    </a:lnTo>
                    <a:lnTo>
                      <a:pt x="122992" y="145170"/>
                    </a:lnTo>
                    <a:cubicBezTo>
                      <a:pt x="121555" y="146971"/>
                      <a:pt x="118682" y="146971"/>
                      <a:pt x="116886" y="145170"/>
                    </a:cubicBezTo>
                    <a:lnTo>
                      <a:pt x="103956" y="132203"/>
                    </a:lnTo>
                    <a:lnTo>
                      <a:pt x="58702" y="177587"/>
                    </a:lnTo>
                    <a:cubicBezTo>
                      <a:pt x="57984" y="178308"/>
                      <a:pt x="56906" y="179028"/>
                      <a:pt x="55829" y="179028"/>
                    </a:cubicBezTo>
                    <a:cubicBezTo>
                      <a:pt x="54392" y="179028"/>
                      <a:pt x="53314" y="178308"/>
                      <a:pt x="52596" y="177587"/>
                    </a:cubicBezTo>
                    <a:cubicBezTo>
                      <a:pt x="50800" y="175786"/>
                      <a:pt x="50800" y="172905"/>
                      <a:pt x="52596" y="171464"/>
                    </a:cubicBezTo>
                    <a:lnTo>
                      <a:pt x="101083" y="122839"/>
                    </a:lnTo>
                    <a:cubicBezTo>
                      <a:pt x="102520" y="121038"/>
                      <a:pt x="105393" y="121038"/>
                      <a:pt x="107189" y="122839"/>
                    </a:cubicBezTo>
                    <a:lnTo>
                      <a:pt x="120119" y="135805"/>
                    </a:lnTo>
                    <a:lnTo>
                      <a:pt x="190155" y="65569"/>
                    </a:lnTo>
                    <a:cubicBezTo>
                      <a:pt x="191951" y="63768"/>
                      <a:pt x="194465" y="63768"/>
                      <a:pt x="196261" y="65569"/>
                    </a:cubicBezTo>
                    <a:lnTo>
                      <a:pt x="210987" y="79976"/>
                    </a:lnTo>
                    <a:lnTo>
                      <a:pt x="281024" y="9739"/>
                    </a:lnTo>
                    <a:close/>
                    <a:moveTo>
                      <a:pt x="51800" y="9058"/>
                    </a:moveTo>
                    <a:lnTo>
                      <a:pt x="51800" y="59054"/>
                    </a:lnTo>
                    <a:lnTo>
                      <a:pt x="122217" y="59054"/>
                    </a:lnTo>
                    <a:cubicBezTo>
                      <a:pt x="122932" y="59054"/>
                      <a:pt x="124362" y="59417"/>
                      <a:pt x="124719" y="60141"/>
                    </a:cubicBezTo>
                    <a:lnTo>
                      <a:pt x="141520" y="73546"/>
                    </a:lnTo>
                    <a:lnTo>
                      <a:pt x="141520" y="9058"/>
                    </a:lnTo>
                    <a:lnTo>
                      <a:pt x="51800" y="9058"/>
                    </a:lnTo>
                    <a:close/>
                    <a:moveTo>
                      <a:pt x="47153" y="0"/>
                    </a:moveTo>
                    <a:lnTo>
                      <a:pt x="146166" y="0"/>
                    </a:lnTo>
                    <a:cubicBezTo>
                      <a:pt x="148311" y="0"/>
                      <a:pt x="150456" y="2174"/>
                      <a:pt x="150456" y="4710"/>
                    </a:cubicBezTo>
                    <a:lnTo>
                      <a:pt x="150456" y="82603"/>
                    </a:lnTo>
                    <a:cubicBezTo>
                      <a:pt x="150456" y="84053"/>
                      <a:pt x="149383" y="85864"/>
                      <a:pt x="147954" y="86589"/>
                    </a:cubicBezTo>
                    <a:cubicBezTo>
                      <a:pt x="147239" y="86589"/>
                      <a:pt x="146524" y="86951"/>
                      <a:pt x="146166" y="86951"/>
                    </a:cubicBezTo>
                    <a:cubicBezTo>
                      <a:pt x="145094" y="86951"/>
                      <a:pt x="144022" y="86589"/>
                      <a:pt x="143307" y="86226"/>
                    </a:cubicBezTo>
                    <a:lnTo>
                      <a:pt x="120787" y="68112"/>
                    </a:lnTo>
                    <a:lnTo>
                      <a:pt x="47153" y="68112"/>
                    </a:lnTo>
                    <a:cubicBezTo>
                      <a:pt x="45008" y="68112"/>
                      <a:pt x="42863" y="65938"/>
                      <a:pt x="42863" y="63402"/>
                    </a:cubicBezTo>
                    <a:lnTo>
                      <a:pt x="42863" y="4710"/>
                    </a:lnTo>
                    <a:cubicBezTo>
                      <a:pt x="42863" y="2174"/>
                      <a:pt x="45008" y="0"/>
                      <a:pt x="4715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anchor="ctr"/>
              <a:lstStyle/>
              <a:p>
                <a:endParaRPr lang="en-US" dirty="0">
                  <a:latin typeface="Lato Light" panose="020F0502020204030203" pitchFamily="34" charset="0"/>
                </a:endParaRPr>
              </a:p>
            </p:txBody>
          </p:sp>
          <p:sp>
            <p:nvSpPr>
              <p:cNvPr id="116" name="TextBox 16">
                <a:extLst>
                  <a:ext uri="{FF2B5EF4-FFF2-40B4-BE49-F238E27FC236}">
                    <a16:creationId xmlns:a16="http://schemas.microsoft.com/office/drawing/2014/main" id="{FDE72265-529F-0B8A-1876-77F28BF2FB3A}"/>
                  </a:ext>
                </a:extLst>
              </p:cNvPr>
              <p:cNvSpPr txBox="1"/>
              <p:nvPr/>
            </p:nvSpPr>
            <p:spPr>
              <a:xfrm>
                <a:off x="11021880" y="967041"/>
                <a:ext cx="3609220" cy="543199"/>
              </a:xfrm>
              <a:prstGeom prst="rect">
                <a:avLst/>
              </a:prstGeom>
              <a:noFill/>
            </p:spPr>
            <p:txBody>
              <a:bodyPr wrap="none" lIns="91440" rtlCol="0" anchor="ctr" anchorCtr="0">
                <a:spAutoFit/>
              </a:bodyPr>
              <a:lstStyle/>
              <a:p>
                <a:r>
                  <a:rPr lang="en-US" sz="2400" b="1" dirty="0">
                    <a:solidFill>
                      <a:schemeClr val="tx2"/>
                    </a:solidFill>
                    <a:latin typeface="Poppins" pitchFamily="2" charset="77"/>
                    <a:ea typeface="League Spartan" charset="0"/>
                    <a:cs typeface="Poppins" pitchFamily="2" charset="77"/>
                  </a:rPr>
                  <a:t>COSTOS  PROMEDIO</a:t>
                </a:r>
              </a:p>
            </p:txBody>
          </p:sp>
          <p:sp>
            <p:nvSpPr>
              <p:cNvPr id="117" name="TextBox 19">
                <a:extLst>
                  <a:ext uri="{FF2B5EF4-FFF2-40B4-BE49-F238E27FC236}">
                    <a16:creationId xmlns:a16="http://schemas.microsoft.com/office/drawing/2014/main" id="{845ED47C-8565-8E97-E098-D3B732CC94F0}"/>
                  </a:ext>
                </a:extLst>
              </p:cNvPr>
              <p:cNvSpPr txBox="1"/>
              <p:nvPr/>
            </p:nvSpPr>
            <p:spPr>
              <a:xfrm>
                <a:off x="10593273" y="1502277"/>
                <a:ext cx="3605643" cy="1195039"/>
              </a:xfrm>
              <a:prstGeom prst="rect">
                <a:avLst/>
              </a:prstGeom>
              <a:noFill/>
            </p:spPr>
            <p:txBody>
              <a:bodyPr wrap="none" rtlCol="0" anchor="ctr" anchorCtr="0">
                <a:spAutoFit/>
              </a:bodyPr>
              <a:lstStyle/>
              <a:p>
                <a:r>
                  <a:rPr lang="en-US" sz="6000" b="1" dirty="0">
                    <a:solidFill>
                      <a:schemeClr val="accent2"/>
                    </a:solidFill>
                    <a:latin typeface="Poppins" pitchFamily="2" charset="77"/>
                    <a:ea typeface="League Spartan" charset="0"/>
                    <a:cs typeface="Poppins" pitchFamily="2" charset="77"/>
                  </a:rPr>
                  <a:t>     6.450</a:t>
                </a:r>
              </a:p>
            </p:txBody>
          </p:sp>
        </p:grpSp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4C6B740F-8E4D-484C-1A87-91CC3FBA48F9}"/>
              </a:ext>
            </a:extLst>
          </p:cNvPr>
          <p:cNvGrpSpPr/>
          <p:nvPr/>
        </p:nvGrpSpPr>
        <p:grpSpPr>
          <a:xfrm>
            <a:off x="16745900" y="6262399"/>
            <a:ext cx="7008027" cy="1755548"/>
            <a:chOff x="1520825" y="762000"/>
            <a:chExt cx="6858000" cy="2032000"/>
          </a:xfrm>
        </p:grpSpPr>
        <p:sp>
          <p:nvSpPr>
            <p:cNvPr id="119" name="Rectangle 1">
              <a:extLst>
                <a:ext uri="{FF2B5EF4-FFF2-40B4-BE49-F238E27FC236}">
                  <a16:creationId xmlns:a16="http://schemas.microsoft.com/office/drawing/2014/main" id="{C0F775EF-6BAB-A421-F84F-E6F764720AAA}"/>
                </a:ext>
              </a:extLst>
            </p:cNvPr>
            <p:cNvSpPr/>
            <p:nvPr/>
          </p:nvSpPr>
          <p:spPr>
            <a:xfrm>
              <a:off x="1520825" y="762000"/>
              <a:ext cx="6858000" cy="2032000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 Light" panose="020F0502020204030203" pitchFamily="34" charset="0"/>
              </a:endParaRPr>
            </a:p>
          </p:txBody>
        </p:sp>
        <p:sp>
          <p:nvSpPr>
            <p:cNvPr id="120" name="Oval 9">
              <a:extLst>
                <a:ext uri="{FF2B5EF4-FFF2-40B4-BE49-F238E27FC236}">
                  <a16:creationId xmlns:a16="http://schemas.microsoft.com/office/drawing/2014/main" id="{7C98D8E7-7DEB-E9B0-EA96-C2159A9DAA9A}"/>
                </a:ext>
              </a:extLst>
            </p:cNvPr>
            <p:cNvSpPr/>
            <p:nvPr/>
          </p:nvSpPr>
          <p:spPr>
            <a:xfrm>
              <a:off x="1892300" y="1130300"/>
              <a:ext cx="1295400" cy="1295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 Light" panose="020F0502020204030203" pitchFamily="34" charset="0"/>
              </a:endParaRPr>
            </a:p>
          </p:txBody>
        </p:sp>
        <p:sp>
          <p:nvSpPr>
            <p:cNvPr id="121" name="Freeform 999">
              <a:extLst>
                <a:ext uri="{FF2B5EF4-FFF2-40B4-BE49-F238E27FC236}">
                  <a16:creationId xmlns:a16="http://schemas.microsoft.com/office/drawing/2014/main" id="{A534CDA1-8377-EAC1-CF71-0DEF9436B6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81453" y="1431020"/>
              <a:ext cx="717094" cy="717094"/>
            </a:xfrm>
            <a:custGeom>
              <a:avLst/>
              <a:gdLst>
                <a:gd name="T0" fmla="*/ 309016 w 289849"/>
                <a:gd name="T1" fmla="*/ 822812 h 290152"/>
                <a:gd name="T2" fmla="*/ 436972 w 289849"/>
                <a:gd name="T3" fmla="*/ 645296 h 290152"/>
                <a:gd name="T4" fmla="*/ 505772 w 289849"/>
                <a:gd name="T5" fmla="*/ 645296 h 290152"/>
                <a:gd name="T6" fmla="*/ 828071 w 289849"/>
                <a:gd name="T7" fmla="*/ 528952 h 290152"/>
                <a:gd name="T8" fmla="*/ 931875 w 289849"/>
                <a:gd name="T9" fmla="*/ 536147 h 290152"/>
                <a:gd name="T10" fmla="*/ 551647 w 289849"/>
                <a:gd name="T11" fmla="*/ 491767 h 290152"/>
                <a:gd name="T12" fmla="*/ 347643 w 289849"/>
                <a:gd name="T13" fmla="*/ 548137 h 290152"/>
                <a:gd name="T14" fmla="*/ 142436 w 289849"/>
                <a:gd name="T15" fmla="*/ 636901 h 290152"/>
                <a:gd name="T16" fmla="*/ 211239 w 289849"/>
                <a:gd name="T17" fmla="*/ 728058 h 290152"/>
                <a:gd name="T18" fmla="*/ 339195 w 289849"/>
                <a:gd name="T19" fmla="*/ 728058 h 290152"/>
                <a:gd name="T20" fmla="*/ 408000 w 289849"/>
                <a:gd name="T21" fmla="*/ 629702 h 290152"/>
                <a:gd name="T22" fmla="*/ 534743 w 289849"/>
                <a:gd name="T23" fmla="*/ 629702 h 290152"/>
                <a:gd name="T24" fmla="*/ 603547 w 289849"/>
                <a:gd name="T25" fmla="*/ 540950 h 290152"/>
                <a:gd name="T26" fmla="*/ 633728 w 289849"/>
                <a:gd name="T27" fmla="*/ 822812 h 290152"/>
                <a:gd name="T28" fmla="*/ 599926 w 289849"/>
                <a:gd name="T29" fmla="*/ 436594 h 290152"/>
                <a:gd name="T30" fmla="*/ 461676 w 289849"/>
                <a:gd name="T31" fmla="*/ 352871 h 290152"/>
                <a:gd name="T32" fmla="*/ 207497 w 289849"/>
                <a:gd name="T33" fmla="*/ 352871 h 290152"/>
                <a:gd name="T34" fmla="*/ 764904 w 289849"/>
                <a:gd name="T35" fmla="*/ 336518 h 290152"/>
                <a:gd name="T36" fmla="*/ 679847 w 289849"/>
                <a:gd name="T37" fmla="*/ 420874 h 290152"/>
                <a:gd name="T38" fmla="*/ 747195 w 289849"/>
                <a:gd name="T39" fmla="*/ 279468 h 290152"/>
                <a:gd name="T40" fmla="*/ 870318 w 289849"/>
                <a:gd name="T41" fmla="*/ 401810 h 290152"/>
                <a:gd name="T42" fmla="*/ 548079 w 289849"/>
                <a:gd name="T43" fmla="*/ 242701 h 290152"/>
                <a:gd name="T44" fmla="*/ 414917 w 289849"/>
                <a:gd name="T45" fmla="*/ 273094 h 290152"/>
                <a:gd name="T46" fmla="*/ 223195 w 289849"/>
                <a:gd name="T47" fmla="*/ 242701 h 290152"/>
                <a:gd name="T48" fmla="*/ 334249 w 289849"/>
                <a:gd name="T49" fmla="*/ 273094 h 290152"/>
                <a:gd name="T50" fmla="*/ 223195 w 289849"/>
                <a:gd name="T51" fmla="*/ 242701 h 290152"/>
                <a:gd name="T52" fmla="*/ 940331 w 289849"/>
                <a:gd name="T53" fmla="*/ 125935 h 290152"/>
                <a:gd name="T54" fmla="*/ 142436 w 289849"/>
                <a:gd name="T55" fmla="*/ 29981 h 290152"/>
                <a:gd name="T56" fmla="*/ 814791 w 289849"/>
                <a:gd name="T57" fmla="*/ 935558 h 290152"/>
                <a:gd name="T58" fmla="*/ 747195 w 289849"/>
                <a:gd name="T59" fmla="*/ 552942 h 290152"/>
                <a:gd name="T60" fmla="*/ 715810 w 289849"/>
                <a:gd name="T61" fmla="*/ 852796 h 290152"/>
                <a:gd name="T62" fmla="*/ 113468 w 289849"/>
                <a:gd name="T63" fmla="*/ 253080 h 290152"/>
                <a:gd name="T64" fmla="*/ 142436 w 289849"/>
                <a:gd name="T65" fmla="*/ 596117 h 290152"/>
                <a:gd name="T66" fmla="*/ 334367 w 289849"/>
                <a:gd name="T67" fmla="*/ 520556 h 290152"/>
                <a:gd name="T68" fmla="*/ 535951 w 289849"/>
                <a:gd name="T69" fmla="*/ 465379 h 290152"/>
                <a:gd name="T70" fmla="*/ 814791 w 289849"/>
                <a:gd name="T71" fmla="*/ 266271 h 290152"/>
                <a:gd name="T72" fmla="*/ 254696 w 289849"/>
                <a:gd name="T73" fmla="*/ 141528 h 290152"/>
                <a:gd name="T74" fmla="*/ 829278 w 289849"/>
                <a:gd name="T75" fmla="*/ 0 h 290152"/>
                <a:gd name="T76" fmla="*/ 843763 w 289849"/>
                <a:gd name="T77" fmla="*/ 155929 h 290152"/>
                <a:gd name="T78" fmla="*/ 889627 w 289849"/>
                <a:gd name="T79" fmla="*/ 453387 h 290152"/>
                <a:gd name="T80" fmla="*/ 907737 w 289849"/>
                <a:gd name="T81" fmla="*/ 623706 h 290152"/>
                <a:gd name="T82" fmla="*/ 843763 w 289849"/>
                <a:gd name="T83" fmla="*/ 951152 h 290152"/>
                <a:gd name="T84" fmla="*/ 0 w 289849"/>
                <a:gd name="T85" fmla="*/ 951152 h 29015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289849" h="290152">
                  <a:moveTo>
                    <a:pt x="71674" y="223388"/>
                  </a:moveTo>
                  <a:lnTo>
                    <a:pt x="71674" y="247568"/>
                  </a:lnTo>
                  <a:lnTo>
                    <a:pt x="92204" y="247568"/>
                  </a:lnTo>
                  <a:lnTo>
                    <a:pt x="92204" y="223388"/>
                  </a:lnTo>
                  <a:lnTo>
                    <a:pt x="71674" y="223388"/>
                  </a:lnTo>
                  <a:close/>
                  <a:moveTo>
                    <a:pt x="130383" y="194157"/>
                  </a:moveTo>
                  <a:lnTo>
                    <a:pt x="130383" y="247568"/>
                  </a:lnTo>
                  <a:lnTo>
                    <a:pt x="150912" y="247568"/>
                  </a:lnTo>
                  <a:lnTo>
                    <a:pt x="150912" y="194157"/>
                  </a:lnTo>
                  <a:lnTo>
                    <a:pt x="130383" y="194157"/>
                  </a:lnTo>
                  <a:close/>
                  <a:moveTo>
                    <a:pt x="261485" y="144715"/>
                  </a:moveTo>
                  <a:cubicBezTo>
                    <a:pt x="257884" y="150850"/>
                    <a:pt x="252841" y="155542"/>
                    <a:pt x="247079" y="159151"/>
                  </a:cubicBezTo>
                  <a:lnTo>
                    <a:pt x="263647" y="175752"/>
                  </a:lnTo>
                  <a:cubicBezTo>
                    <a:pt x="267608" y="179721"/>
                    <a:pt x="274092" y="179721"/>
                    <a:pt x="278053" y="175752"/>
                  </a:cubicBezTo>
                  <a:cubicBezTo>
                    <a:pt x="282015" y="171782"/>
                    <a:pt x="282015" y="165286"/>
                    <a:pt x="278053" y="161316"/>
                  </a:cubicBezTo>
                  <a:lnTo>
                    <a:pt x="261485" y="144715"/>
                  </a:lnTo>
                  <a:close/>
                  <a:moveTo>
                    <a:pt x="179006" y="131363"/>
                  </a:moveTo>
                  <a:lnTo>
                    <a:pt x="164599" y="147963"/>
                  </a:lnTo>
                  <a:cubicBezTo>
                    <a:pt x="163158" y="149407"/>
                    <a:pt x="160997" y="150129"/>
                    <a:pt x="159557" y="149407"/>
                  </a:cubicBezTo>
                  <a:lnTo>
                    <a:pt x="131463" y="137498"/>
                  </a:lnTo>
                  <a:lnTo>
                    <a:pt x="103730" y="164925"/>
                  </a:lnTo>
                  <a:cubicBezTo>
                    <a:pt x="102289" y="166369"/>
                    <a:pt x="100128" y="166729"/>
                    <a:pt x="98687" y="165647"/>
                  </a:cubicBezTo>
                  <a:lnTo>
                    <a:pt x="79238" y="155181"/>
                  </a:lnTo>
                  <a:lnTo>
                    <a:pt x="42500" y="191631"/>
                  </a:lnTo>
                  <a:lnTo>
                    <a:pt x="42500" y="247568"/>
                  </a:lnTo>
                  <a:lnTo>
                    <a:pt x="63030" y="247568"/>
                  </a:lnTo>
                  <a:lnTo>
                    <a:pt x="63030" y="219058"/>
                  </a:lnTo>
                  <a:cubicBezTo>
                    <a:pt x="63030" y="216532"/>
                    <a:pt x="65191" y="214727"/>
                    <a:pt x="67713" y="214727"/>
                  </a:cubicBezTo>
                  <a:lnTo>
                    <a:pt x="96887" y="214727"/>
                  </a:lnTo>
                  <a:cubicBezTo>
                    <a:pt x="99048" y="214727"/>
                    <a:pt x="101209" y="216532"/>
                    <a:pt x="101209" y="219058"/>
                  </a:cubicBezTo>
                  <a:lnTo>
                    <a:pt x="101209" y="247568"/>
                  </a:lnTo>
                  <a:lnTo>
                    <a:pt x="121738" y="247568"/>
                  </a:lnTo>
                  <a:lnTo>
                    <a:pt x="121738" y="189465"/>
                  </a:lnTo>
                  <a:cubicBezTo>
                    <a:pt x="121738" y="187300"/>
                    <a:pt x="123539" y="185495"/>
                    <a:pt x="126061" y="185495"/>
                  </a:cubicBezTo>
                  <a:lnTo>
                    <a:pt x="155235" y="185495"/>
                  </a:lnTo>
                  <a:cubicBezTo>
                    <a:pt x="157756" y="185495"/>
                    <a:pt x="159557" y="187300"/>
                    <a:pt x="159557" y="189465"/>
                  </a:cubicBezTo>
                  <a:lnTo>
                    <a:pt x="159557" y="247568"/>
                  </a:lnTo>
                  <a:lnTo>
                    <a:pt x="180086" y="247568"/>
                  </a:lnTo>
                  <a:lnTo>
                    <a:pt x="180086" y="162760"/>
                  </a:lnTo>
                  <a:cubicBezTo>
                    <a:pt x="180086" y="160594"/>
                    <a:pt x="182247" y="158790"/>
                    <a:pt x="184409" y="158790"/>
                  </a:cubicBezTo>
                  <a:cubicBezTo>
                    <a:pt x="186930" y="158790"/>
                    <a:pt x="189091" y="160594"/>
                    <a:pt x="189091" y="162760"/>
                  </a:cubicBezTo>
                  <a:lnTo>
                    <a:pt x="189091" y="247568"/>
                  </a:lnTo>
                  <a:lnTo>
                    <a:pt x="209260" y="247568"/>
                  </a:lnTo>
                  <a:lnTo>
                    <a:pt x="209260" y="164203"/>
                  </a:lnTo>
                  <a:cubicBezTo>
                    <a:pt x="194493" y="159151"/>
                    <a:pt x="182608" y="146881"/>
                    <a:pt x="179006" y="131363"/>
                  </a:cubicBezTo>
                  <a:close/>
                  <a:moveTo>
                    <a:pt x="66586" y="101600"/>
                  </a:moveTo>
                  <a:lnTo>
                    <a:pt x="133440" y="101600"/>
                  </a:lnTo>
                  <a:cubicBezTo>
                    <a:pt x="135597" y="101600"/>
                    <a:pt x="137754" y="103505"/>
                    <a:pt x="137754" y="106172"/>
                  </a:cubicBezTo>
                  <a:cubicBezTo>
                    <a:pt x="137754" y="108458"/>
                    <a:pt x="135597" y="110744"/>
                    <a:pt x="133440" y="110744"/>
                  </a:cubicBezTo>
                  <a:lnTo>
                    <a:pt x="66586" y="110744"/>
                  </a:lnTo>
                  <a:cubicBezTo>
                    <a:pt x="64070" y="110744"/>
                    <a:pt x="61913" y="108458"/>
                    <a:pt x="61913" y="106172"/>
                  </a:cubicBezTo>
                  <a:cubicBezTo>
                    <a:pt x="61913" y="103505"/>
                    <a:pt x="64070" y="101600"/>
                    <a:pt x="66586" y="101600"/>
                  </a:cubicBezTo>
                  <a:close/>
                  <a:moveTo>
                    <a:pt x="223451" y="96838"/>
                  </a:moveTo>
                  <a:cubicBezTo>
                    <a:pt x="226025" y="96838"/>
                    <a:pt x="228232" y="99045"/>
                    <a:pt x="228232" y="101252"/>
                  </a:cubicBezTo>
                  <a:cubicBezTo>
                    <a:pt x="228232" y="103827"/>
                    <a:pt x="226025" y="106034"/>
                    <a:pt x="223451" y="106034"/>
                  </a:cubicBezTo>
                  <a:cubicBezTo>
                    <a:pt x="214623" y="106034"/>
                    <a:pt x="207266" y="113023"/>
                    <a:pt x="207266" y="122218"/>
                  </a:cubicBezTo>
                  <a:cubicBezTo>
                    <a:pt x="207266" y="124793"/>
                    <a:pt x="205427" y="126632"/>
                    <a:pt x="202852" y="126632"/>
                  </a:cubicBezTo>
                  <a:cubicBezTo>
                    <a:pt x="200277" y="126632"/>
                    <a:pt x="198438" y="124793"/>
                    <a:pt x="198438" y="122218"/>
                  </a:cubicBezTo>
                  <a:cubicBezTo>
                    <a:pt x="198438" y="108241"/>
                    <a:pt x="209841" y="96838"/>
                    <a:pt x="223451" y="96838"/>
                  </a:cubicBezTo>
                  <a:close/>
                  <a:moveTo>
                    <a:pt x="222947" y="84086"/>
                  </a:moveTo>
                  <a:cubicBezTo>
                    <a:pt x="203137" y="84086"/>
                    <a:pt x="186570" y="100687"/>
                    <a:pt x="186570" y="120897"/>
                  </a:cubicBezTo>
                  <a:cubicBezTo>
                    <a:pt x="186570" y="141107"/>
                    <a:pt x="203137" y="157707"/>
                    <a:pt x="222947" y="157707"/>
                  </a:cubicBezTo>
                  <a:cubicBezTo>
                    <a:pt x="243477" y="157707"/>
                    <a:pt x="259685" y="141107"/>
                    <a:pt x="259685" y="120897"/>
                  </a:cubicBezTo>
                  <a:cubicBezTo>
                    <a:pt x="259685" y="100687"/>
                    <a:pt x="243477" y="84086"/>
                    <a:pt x="222947" y="84086"/>
                  </a:cubicBezTo>
                  <a:close/>
                  <a:moveTo>
                    <a:pt x="123802" y="73025"/>
                  </a:moveTo>
                  <a:lnTo>
                    <a:pt x="163536" y="73025"/>
                  </a:lnTo>
                  <a:cubicBezTo>
                    <a:pt x="166088" y="73025"/>
                    <a:pt x="167911" y="75311"/>
                    <a:pt x="167911" y="77597"/>
                  </a:cubicBezTo>
                  <a:cubicBezTo>
                    <a:pt x="167911" y="80264"/>
                    <a:pt x="166088" y="82169"/>
                    <a:pt x="163536" y="82169"/>
                  </a:cubicBezTo>
                  <a:lnTo>
                    <a:pt x="123802" y="82169"/>
                  </a:lnTo>
                  <a:cubicBezTo>
                    <a:pt x="121250" y="82169"/>
                    <a:pt x="119063" y="80264"/>
                    <a:pt x="119063" y="77597"/>
                  </a:cubicBezTo>
                  <a:cubicBezTo>
                    <a:pt x="119063" y="75311"/>
                    <a:pt x="121250" y="73025"/>
                    <a:pt x="123802" y="73025"/>
                  </a:cubicBezTo>
                  <a:close/>
                  <a:moveTo>
                    <a:pt x="66596" y="73025"/>
                  </a:moveTo>
                  <a:lnTo>
                    <a:pt x="99733" y="73025"/>
                  </a:lnTo>
                  <a:cubicBezTo>
                    <a:pt x="102614" y="73025"/>
                    <a:pt x="104415" y="75311"/>
                    <a:pt x="104415" y="77597"/>
                  </a:cubicBezTo>
                  <a:cubicBezTo>
                    <a:pt x="104415" y="80264"/>
                    <a:pt x="102614" y="82169"/>
                    <a:pt x="99733" y="82169"/>
                  </a:cubicBezTo>
                  <a:lnTo>
                    <a:pt x="66596" y="82169"/>
                  </a:lnTo>
                  <a:cubicBezTo>
                    <a:pt x="64074" y="82169"/>
                    <a:pt x="61913" y="80264"/>
                    <a:pt x="61913" y="77597"/>
                  </a:cubicBezTo>
                  <a:cubicBezTo>
                    <a:pt x="61913" y="75311"/>
                    <a:pt x="64074" y="73025"/>
                    <a:pt x="66596" y="73025"/>
                  </a:cubicBezTo>
                  <a:close/>
                  <a:moveTo>
                    <a:pt x="68073" y="9022"/>
                  </a:moveTo>
                  <a:cubicBezTo>
                    <a:pt x="77077" y="15879"/>
                    <a:pt x="83200" y="25984"/>
                    <a:pt x="84641" y="37893"/>
                  </a:cubicBezTo>
                  <a:lnTo>
                    <a:pt x="280575" y="37893"/>
                  </a:lnTo>
                  <a:cubicBezTo>
                    <a:pt x="278414" y="21653"/>
                    <a:pt x="264367" y="9022"/>
                    <a:pt x="247439" y="9022"/>
                  </a:cubicBezTo>
                  <a:lnTo>
                    <a:pt x="68073" y="9022"/>
                  </a:lnTo>
                  <a:close/>
                  <a:moveTo>
                    <a:pt x="42500" y="9022"/>
                  </a:moveTo>
                  <a:cubicBezTo>
                    <a:pt x="24131" y="9022"/>
                    <a:pt x="9004" y="24179"/>
                    <a:pt x="9004" y="42584"/>
                  </a:cubicBezTo>
                  <a:lnTo>
                    <a:pt x="9004" y="281491"/>
                  </a:lnTo>
                  <a:lnTo>
                    <a:pt x="243117" y="281491"/>
                  </a:lnTo>
                  <a:lnTo>
                    <a:pt x="243117" y="167812"/>
                  </a:lnTo>
                  <a:lnTo>
                    <a:pt x="238795" y="163481"/>
                  </a:lnTo>
                  <a:cubicBezTo>
                    <a:pt x="233752" y="165286"/>
                    <a:pt x="228710" y="166369"/>
                    <a:pt x="222947" y="166369"/>
                  </a:cubicBezTo>
                  <a:cubicBezTo>
                    <a:pt x="221506" y="166369"/>
                    <a:pt x="220066" y="166369"/>
                    <a:pt x="218265" y="166008"/>
                  </a:cubicBezTo>
                  <a:lnTo>
                    <a:pt x="218265" y="252259"/>
                  </a:lnTo>
                  <a:cubicBezTo>
                    <a:pt x="218265" y="254786"/>
                    <a:pt x="216464" y="256590"/>
                    <a:pt x="213583" y="256590"/>
                  </a:cubicBezTo>
                  <a:lnTo>
                    <a:pt x="38178" y="256590"/>
                  </a:lnTo>
                  <a:cubicBezTo>
                    <a:pt x="36017" y="256590"/>
                    <a:pt x="33856" y="254786"/>
                    <a:pt x="33856" y="252259"/>
                  </a:cubicBezTo>
                  <a:lnTo>
                    <a:pt x="33856" y="76147"/>
                  </a:lnTo>
                  <a:cubicBezTo>
                    <a:pt x="33856" y="73981"/>
                    <a:pt x="36017" y="71816"/>
                    <a:pt x="38178" y="71816"/>
                  </a:cubicBezTo>
                  <a:cubicBezTo>
                    <a:pt x="40699" y="71816"/>
                    <a:pt x="42500" y="73981"/>
                    <a:pt x="42500" y="76147"/>
                  </a:cubicBezTo>
                  <a:lnTo>
                    <a:pt x="42500" y="179360"/>
                  </a:lnTo>
                  <a:lnTo>
                    <a:pt x="75276" y="146881"/>
                  </a:lnTo>
                  <a:cubicBezTo>
                    <a:pt x="77077" y="145437"/>
                    <a:pt x="78878" y="145076"/>
                    <a:pt x="80679" y="145798"/>
                  </a:cubicBezTo>
                  <a:lnTo>
                    <a:pt x="99768" y="156625"/>
                  </a:lnTo>
                  <a:lnTo>
                    <a:pt x="127141" y="128836"/>
                  </a:lnTo>
                  <a:cubicBezTo>
                    <a:pt x="128222" y="127754"/>
                    <a:pt x="130022" y="127393"/>
                    <a:pt x="131823" y="128115"/>
                  </a:cubicBezTo>
                  <a:lnTo>
                    <a:pt x="159917" y="140024"/>
                  </a:lnTo>
                  <a:lnTo>
                    <a:pt x="177925" y="119093"/>
                  </a:lnTo>
                  <a:cubicBezTo>
                    <a:pt x="179006" y="94913"/>
                    <a:pt x="198815" y="75425"/>
                    <a:pt x="222947" y="75425"/>
                  </a:cubicBezTo>
                  <a:cubicBezTo>
                    <a:pt x="230150" y="75425"/>
                    <a:pt x="236994" y="77229"/>
                    <a:pt x="243117" y="80116"/>
                  </a:cubicBezTo>
                  <a:lnTo>
                    <a:pt x="243117" y="46915"/>
                  </a:lnTo>
                  <a:lnTo>
                    <a:pt x="80319" y="46915"/>
                  </a:lnTo>
                  <a:cubicBezTo>
                    <a:pt x="77797" y="46915"/>
                    <a:pt x="75997" y="44750"/>
                    <a:pt x="75997" y="42584"/>
                  </a:cubicBezTo>
                  <a:cubicBezTo>
                    <a:pt x="75997" y="24179"/>
                    <a:pt x="60869" y="9022"/>
                    <a:pt x="42500" y="9022"/>
                  </a:cubicBezTo>
                  <a:close/>
                  <a:moveTo>
                    <a:pt x="42500" y="0"/>
                  </a:moveTo>
                  <a:lnTo>
                    <a:pt x="247439" y="0"/>
                  </a:lnTo>
                  <a:cubicBezTo>
                    <a:pt x="270850" y="0"/>
                    <a:pt x="289579" y="19127"/>
                    <a:pt x="289579" y="42584"/>
                  </a:cubicBezTo>
                  <a:cubicBezTo>
                    <a:pt x="289579" y="44750"/>
                    <a:pt x="287778" y="46915"/>
                    <a:pt x="285257" y="46915"/>
                  </a:cubicBezTo>
                  <a:lnTo>
                    <a:pt x="251761" y="46915"/>
                  </a:lnTo>
                  <a:lnTo>
                    <a:pt x="251761" y="85891"/>
                  </a:lnTo>
                  <a:cubicBezTo>
                    <a:pt x="261846" y="94191"/>
                    <a:pt x="268689" y="106822"/>
                    <a:pt x="268689" y="120897"/>
                  </a:cubicBezTo>
                  <a:cubicBezTo>
                    <a:pt x="268689" y="126310"/>
                    <a:pt x="267608" y="131724"/>
                    <a:pt x="265447" y="136415"/>
                  </a:cubicBezTo>
                  <a:lnTo>
                    <a:pt x="284176" y="155181"/>
                  </a:lnTo>
                  <a:cubicBezTo>
                    <a:pt x="291740" y="162399"/>
                    <a:pt x="291740" y="174669"/>
                    <a:pt x="284176" y="181887"/>
                  </a:cubicBezTo>
                  <a:cubicBezTo>
                    <a:pt x="280575" y="185856"/>
                    <a:pt x="275532" y="187661"/>
                    <a:pt x="270850" y="187661"/>
                  </a:cubicBezTo>
                  <a:cubicBezTo>
                    <a:pt x="265808" y="187661"/>
                    <a:pt x="260765" y="185856"/>
                    <a:pt x="257163" y="181887"/>
                  </a:cubicBezTo>
                  <a:lnTo>
                    <a:pt x="251761" y="176473"/>
                  </a:lnTo>
                  <a:lnTo>
                    <a:pt x="251761" y="286183"/>
                  </a:lnTo>
                  <a:cubicBezTo>
                    <a:pt x="251761" y="288348"/>
                    <a:pt x="249960" y="290152"/>
                    <a:pt x="247439" y="290152"/>
                  </a:cubicBezTo>
                  <a:lnTo>
                    <a:pt x="4682" y="290152"/>
                  </a:lnTo>
                  <a:cubicBezTo>
                    <a:pt x="2161" y="290152"/>
                    <a:pt x="0" y="288348"/>
                    <a:pt x="0" y="286183"/>
                  </a:cubicBezTo>
                  <a:lnTo>
                    <a:pt x="0" y="42584"/>
                  </a:lnTo>
                  <a:cubicBezTo>
                    <a:pt x="0" y="19127"/>
                    <a:pt x="19089" y="0"/>
                    <a:pt x="4250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endParaRPr lang="en-US" dirty="0">
                <a:latin typeface="Lato Light" panose="020F0502020204030203" pitchFamily="34" charset="0"/>
              </a:endParaRPr>
            </a:p>
          </p:txBody>
        </p:sp>
        <p:sp>
          <p:nvSpPr>
            <p:cNvPr id="122" name="TextBox 15">
              <a:extLst>
                <a:ext uri="{FF2B5EF4-FFF2-40B4-BE49-F238E27FC236}">
                  <a16:creationId xmlns:a16="http://schemas.microsoft.com/office/drawing/2014/main" id="{F80B1020-466C-9A17-0693-DBF62F1E7D5E}"/>
                </a:ext>
              </a:extLst>
            </p:cNvPr>
            <p:cNvSpPr txBox="1"/>
            <p:nvPr/>
          </p:nvSpPr>
          <p:spPr>
            <a:xfrm>
              <a:off x="4082612" y="1093951"/>
              <a:ext cx="3349459" cy="534365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2400" b="1" dirty="0">
                  <a:solidFill>
                    <a:schemeClr val="tx2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PQR PPROMEDIO MES</a:t>
              </a:r>
            </a:p>
          </p:txBody>
        </p:sp>
        <p:sp>
          <p:nvSpPr>
            <p:cNvPr id="123" name="TextBox 18">
              <a:extLst>
                <a:ext uri="{FF2B5EF4-FFF2-40B4-BE49-F238E27FC236}">
                  <a16:creationId xmlns:a16="http://schemas.microsoft.com/office/drawing/2014/main" id="{F89DFADA-F26C-BC63-C865-4BABFF5F89C7}"/>
                </a:ext>
              </a:extLst>
            </p:cNvPr>
            <p:cNvSpPr txBox="1"/>
            <p:nvPr/>
          </p:nvSpPr>
          <p:spPr>
            <a:xfrm>
              <a:off x="4186769" y="1511995"/>
              <a:ext cx="3068664" cy="1175603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6000" b="1" dirty="0">
                  <a:solidFill>
                    <a:schemeClr val="accent1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189.950</a:t>
              </a:r>
            </a:p>
          </p:txBody>
        </p:sp>
      </p:grpSp>
      <p:sp>
        <p:nvSpPr>
          <p:cNvPr id="124" name="Diagrama de flujo: proceso alternativo 123">
            <a:extLst>
              <a:ext uri="{FF2B5EF4-FFF2-40B4-BE49-F238E27FC236}">
                <a16:creationId xmlns:a16="http://schemas.microsoft.com/office/drawing/2014/main" id="{81EF4EA2-9271-BC2A-9597-D3220C31DCE4}"/>
              </a:ext>
            </a:extLst>
          </p:cNvPr>
          <p:cNvSpPr/>
          <p:nvPr/>
        </p:nvSpPr>
        <p:spPr>
          <a:xfrm>
            <a:off x="304539" y="6270354"/>
            <a:ext cx="2225443" cy="599995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dirty="0"/>
              <a:t>ESTATO</a:t>
            </a:r>
          </a:p>
        </p:txBody>
      </p:sp>
      <p:sp>
        <p:nvSpPr>
          <p:cNvPr id="125" name="Diagrama de flujo: combinar 124">
            <a:extLst>
              <a:ext uri="{FF2B5EF4-FFF2-40B4-BE49-F238E27FC236}">
                <a16:creationId xmlns:a16="http://schemas.microsoft.com/office/drawing/2014/main" id="{69887517-AB69-2E82-DCF9-44C6A30364C7}"/>
              </a:ext>
            </a:extLst>
          </p:cNvPr>
          <p:cNvSpPr/>
          <p:nvPr/>
        </p:nvSpPr>
        <p:spPr>
          <a:xfrm>
            <a:off x="2031923" y="6419952"/>
            <a:ext cx="421376" cy="334996"/>
          </a:xfrm>
          <a:prstGeom prst="flowChartMerge">
            <a:avLst/>
          </a:prstGeom>
          <a:solidFill>
            <a:srgbClr val="D95BB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6" name="Diagrama de flujo: proceso alternativo 125">
            <a:extLst>
              <a:ext uri="{FF2B5EF4-FFF2-40B4-BE49-F238E27FC236}">
                <a16:creationId xmlns:a16="http://schemas.microsoft.com/office/drawing/2014/main" id="{AE01E4A5-C9AD-31FE-2486-2F856A3D6695}"/>
              </a:ext>
            </a:extLst>
          </p:cNvPr>
          <p:cNvSpPr/>
          <p:nvPr/>
        </p:nvSpPr>
        <p:spPr>
          <a:xfrm>
            <a:off x="308084" y="7145764"/>
            <a:ext cx="2225443" cy="599995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dirty="0"/>
              <a:t>SEGMENTO</a:t>
            </a:r>
          </a:p>
        </p:txBody>
      </p:sp>
      <p:sp>
        <p:nvSpPr>
          <p:cNvPr id="127" name="Diagrama de flujo: combinar 126">
            <a:extLst>
              <a:ext uri="{FF2B5EF4-FFF2-40B4-BE49-F238E27FC236}">
                <a16:creationId xmlns:a16="http://schemas.microsoft.com/office/drawing/2014/main" id="{B28035C3-F078-381F-B1C6-7C6D0FA4E4A4}"/>
              </a:ext>
            </a:extLst>
          </p:cNvPr>
          <p:cNvSpPr/>
          <p:nvPr/>
        </p:nvSpPr>
        <p:spPr>
          <a:xfrm>
            <a:off x="2031923" y="7295362"/>
            <a:ext cx="421376" cy="334996"/>
          </a:xfrm>
          <a:prstGeom prst="flowChartMerge">
            <a:avLst/>
          </a:prstGeom>
          <a:solidFill>
            <a:srgbClr val="D95BB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9912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GPIA - Theme 01 - Light">
      <a:dk1>
        <a:srgbClr val="737572"/>
      </a:dk1>
      <a:lt1>
        <a:srgbClr val="FFFFFF"/>
      </a:lt1>
      <a:dk2>
        <a:srgbClr val="445469"/>
      </a:dk2>
      <a:lt2>
        <a:srgbClr val="FFFFFF"/>
      </a:lt2>
      <a:accent1>
        <a:srgbClr val="229DCE"/>
      </a:accent1>
      <a:accent2>
        <a:srgbClr val="37A7B6"/>
      </a:accent2>
      <a:accent3>
        <a:srgbClr val="63C08A"/>
      </a:accent3>
      <a:accent4>
        <a:srgbClr val="8ED75E"/>
      </a:accent4>
      <a:accent5>
        <a:srgbClr val="A5E348"/>
      </a:accent5>
      <a:accent6>
        <a:srgbClr val="CAC9D0"/>
      </a:accent6>
      <a:hlink>
        <a:srgbClr val="216BA9"/>
      </a:hlink>
      <a:folHlink>
        <a:srgbClr val="1FB18A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{9BB6B025-EE7B-B14D-8EC8-5D2DE61B865A}tf16401378</Template>
  <TotalTime>102419</TotalTime>
  <Words>85</Words>
  <Application>Microsoft Office PowerPoint</Application>
  <PresentationFormat>Personalizado</PresentationFormat>
  <Paragraphs>35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Lato Light</vt:lpstr>
      <vt:lpstr>Poppins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Jannette Gómez v</dc:creator>
  <cp:keywords/>
  <dc:description/>
  <cp:lastModifiedBy>Manuel Vargas Alfonso</cp:lastModifiedBy>
  <cp:revision>15364</cp:revision>
  <cp:lastPrinted>2019-05-09T21:43:57Z</cp:lastPrinted>
  <dcterms:created xsi:type="dcterms:W3CDTF">2014-11-12T21:47:38Z</dcterms:created>
  <dcterms:modified xsi:type="dcterms:W3CDTF">2025-06-25T22:11:37Z</dcterms:modified>
  <cp:category/>
</cp:coreProperties>
</file>